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61F568-95F9-46C2-B715-0776A83858CB}" v="1" dt="2026-01-18T16:47:00.6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een Yadav" userId="8caa9bbed8e7a383" providerId="LiveId" clId="{B6195C19-FA41-4D51-A7C3-BC19CAAC1FFA}"/>
    <pc:docChg chg="custSel modSld sldOrd">
      <pc:chgData name="Naveen Yadav" userId="8caa9bbed8e7a383" providerId="LiveId" clId="{B6195C19-FA41-4D51-A7C3-BC19CAAC1FFA}" dt="2026-01-19T02:36:01.309" v="52" actId="22"/>
      <pc:docMkLst>
        <pc:docMk/>
      </pc:docMkLst>
      <pc:sldChg chg="addSp mod">
        <pc:chgData name="Naveen Yadav" userId="8caa9bbed8e7a383" providerId="LiveId" clId="{B6195C19-FA41-4D51-A7C3-BC19CAAC1FFA}" dt="2026-01-18T16:42:07.130" v="0" actId="22"/>
        <pc:sldMkLst>
          <pc:docMk/>
          <pc:sldMk cId="1408387393" sldId="262"/>
        </pc:sldMkLst>
        <pc:picChg chg="add">
          <ac:chgData name="Naveen Yadav" userId="8caa9bbed8e7a383" providerId="LiveId" clId="{B6195C19-FA41-4D51-A7C3-BC19CAAC1FFA}" dt="2026-01-18T16:42:07.130" v="0" actId="22"/>
          <ac:picMkLst>
            <pc:docMk/>
            <pc:sldMk cId="1408387393" sldId="262"/>
            <ac:picMk id="5" creationId="{ACC9E3DA-6DF0-779D-FF8C-2902A6A7F232}"/>
          </ac:picMkLst>
        </pc:picChg>
      </pc:sldChg>
      <pc:sldChg chg="addSp delSp mod">
        <pc:chgData name="Naveen Yadav" userId="8caa9bbed8e7a383" providerId="LiveId" clId="{B6195C19-FA41-4D51-A7C3-BC19CAAC1FFA}" dt="2026-01-18T16:42:37.991" v="3" actId="22"/>
        <pc:sldMkLst>
          <pc:docMk/>
          <pc:sldMk cId="1283528204" sldId="263"/>
        </pc:sldMkLst>
        <pc:spChg chg="del">
          <ac:chgData name="Naveen Yadav" userId="8caa9bbed8e7a383" providerId="LiveId" clId="{B6195C19-FA41-4D51-A7C3-BC19CAAC1FFA}" dt="2026-01-18T16:42:11.735" v="1" actId="478"/>
          <ac:spMkLst>
            <pc:docMk/>
            <pc:sldMk cId="1283528204" sldId="263"/>
            <ac:spMk id="2" creationId="{CA5FFB73-89DB-4096-CA5C-BCF3EDA0FB64}"/>
          </ac:spMkLst>
        </pc:spChg>
        <pc:spChg chg="del">
          <ac:chgData name="Naveen Yadav" userId="8caa9bbed8e7a383" providerId="LiveId" clId="{B6195C19-FA41-4D51-A7C3-BC19CAAC1FFA}" dt="2026-01-18T16:42:12.934" v="2" actId="478"/>
          <ac:spMkLst>
            <pc:docMk/>
            <pc:sldMk cId="1283528204" sldId="263"/>
            <ac:spMk id="3" creationId="{8771057F-5102-A046-BC32-A5705290A459}"/>
          </ac:spMkLst>
        </pc:spChg>
        <pc:picChg chg="add">
          <ac:chgData name="Naveen Yadav" userId="8caa9bbed8e7a383" providerId="LiveId" clId="{B6195C19-FA41-4D51-A7C3-BC19CAAC1FFA}" dt="2026-01-18T16:42:37.991" v="3" actId="22"/>
          <ac:picMkLst>
            <pc:docMk/>
            <pc:sldMk cId="1283528204" sldId="263"/>
            <ac:picMk id="5" creationId="{622FA0E6-4997-1086-B884-C2DAE2C14903}"/>
          </ac:picMkLst>
        </pc:picChg>
      </pc:sldChg>
      <pc:sldChg chg="addSp mod">
        <pc:chgData name="Naveen Yadav" userId="8caa9bbed8e7a383" providerId="LiveId" clId="{B6195C19-FA41-4D51-A7C3-BC19CAAC1FFA}" dt="2026-01-18T16:43:22.689" v="4" actId="22"/>
        <pc:sldMkLst>
          <pc:docMk/>
          <pc:sldMk cId="1421667429" sldId="264"/>
        </pc:sldMkLst>
        <pc:picChg chg="add">
          <ac:chgData name="Naveen Yadav" userId="8caa9bbed8e7a383" providerId="LiveId" clId="{B6195C19-FA41-4D51-A7C3-BC19CAAC1FFA}" dt="2026-01-18T16:43:22.689" v="4" actId="22"/>
          <ac:picMkLst>
            <pc:docMk/>
            <pc:sldMk cId="1421667429" sldId="264"/>
            <ac:picMk id="5" creationId="{D077337F-7DE4-B0C7-EF7D-1C5977ABEDCC}"/>
          </ac:picMkLst>
        </pc:picChg>
      </pc:sldChg>
      <pc:sldChg chg="addSp delSp modSp mod ord">
        <pc:chgData name="Naveen Yadav" userId="8caa9bbed8e7a383" providerId="LiveId" clId="{B6195C19-FA41-4D51-A7C3-BC19CAAC1FFA}" dt="2026-01-18T16:47:21.125" v="22" actId="14100"/>
        <pc:sldMkLst>
          <pc:docMk/>
          <pc:sldMk cId="217006858" sldId="265"/>
        </pc:sldMkLst>
        <pc:spChg chg="del">
          <ac:chgData name="Naveen Yadav" userId="8caa9bbed8e7a383" providerId="LiveId" clId="{B6195C19-FA41-4D51-A7C3-BC19CAAC1FFA}" dt="2026-01-18T16:43:29.919" v="5" actId="478"/>
          <ac:spMkLst>
            <pc:docMk/>
            <pc:sldMk cId="217006858" sldId="265"/>
            <ac:spMk id="2" creationId="{CD86019D-E94A-7E82-6A16-57042271CA41}"/>
          </ac:spMkLst>
        </pc:spChg>
        <pc:spChg chg="del">
          <ac:chgData name="Naveen Yadav" userId="8caa9bbed8e7a383" providerId="LiveId" clId="{B6195C19-FA41-4D51-A7C3-BC19CAAC1FFA}" dt="2026-01-18T16:43:32.437" v="6" actId="478"/>
          <ac:spMkLst>
            <pc:docMk/>
            <pc:sldMk cId="217006858" sldId="265"/>
            <ac:spMk id="3" creationId="{12D16444-C9D7-47BA-2AEF-FD38944B53A4}"/>
          </ac:spMkLst>
        </pc:spChg>
        <pc:picChg chg="add del mod">
          <ac:chgData name="Naveen Yadav" userId="8caa9bbed8e7a383" providerId="LiveId" clId="{B6195C19-FA41-4D51-A7C3-BC19CAAC1FFA}" dt="2026-01-18T16:46:58.351" v="17" actId="21"/>
          <ac:picMkLst>
            <pc:docMk/>
            <pc:sldMk cId="217006858" sldId="265"/>
            <ac:picMk id="5" creationId="{F36EB694-79B8-9456-841F-6CF57822935B}"/>
          </ac:picMkLst>
        </pc:picChg>
        <pc:picChg chg="add mod">
          <ac:chgData name="Naveen Yadav" userId="8caa9bbed8e7a383" providerId="LiveId" clId="{B6195C19-FA41-4D51-A7C3-BC19CAAC1FFA}" dt="2026-01-18T16:47:21.125" v="22" actId="14100"/>
          <ac:picMkLst>
            <pc:docMk/>
            <pc:sldMk cId="217006858" sldId="265"/>
            <ac:picMk id="7" creationId="{403392BE-A2C1-446B-C6D1-377321DC9203}"/>
          </ac:picMkLst>
        </pc:picChg>
      </pc:sldChg>
      <pc:sldChg chg="addSp delSp modSp mod">
        <pc:chgData name="Naveen Yadav" userId="8caa9bbed8e7a383" providerId="LiveId" clId="{B6195C19-FA41-4D51-A7C3-BC19CAAC1FFA}" dt="2026-01-18T16:47:09.519" v="20" actId="14100"/>
        <pc:sldMkLst>
          <pc:docMk/>
          <pc:sldMk cId="2022954019" sldId="266"/>
        </pc:sldMkLst>
        <pc:spChg chg="del">
          <ac:chgData name="Naveen Yadav" userId="8caa9bbed8e7a383" providerId="LiveId" clId="{B6195C19-FA41-4D51-A7C3-BC19CAAC1FFA}" dt="2026-01-18T16:45:34.695" v="9" actId="478"/>
          <ac:spMkLst>
            <pc:docMk/>
            <pc:sldMk cId="2022954019" sldId="266"/>
            <ac:spMk id="2" creationId="{8670DDA4-2707-7C77-365C-41368E39ACF7}"/>
          </ac:spMkLst>
        </pc:spChg>
        <pc:spChg chg="del">
          <ac:chgData name="Naveen Yadav" userId="8caa9bbed8e7a383" providerId="LiveId" clId="{B6195C19-FA41-4D51-A7C3-BC19CAAC1FFA}" dt="2026-01-18T16:45:35.862" v="10" actId="478"/>
          <ac:spMkLst>
            <pc:docMk/>
            <pc:sldMk cId="2022954019" sldId="266"/>
            <ac:spMk id="3" creationId="{DCBC8538-4CF4-3B0F-CC1C-D6C617918B19}"/>
          </ac:spMkLst>
        </pc:spChg>
        <pc:picChg chg="add mod">
          <ac:chgData name="Naveen Yadav" userId="8caa9bbed8e7a383" providerId="LiveId" clId="{B6195C19-FA41-4D51-A7C3-BC19CAAC1FFA}" dt="2026-01-18T16:47:09.519" v="20" actId="14100"/>
          <ac:picMkLst>
            <pc:docMk/>
            <pc:sldMk cId="2022954019" sldId="266"/>
            <ac:picMk id="5" creationId="{F36EB694-79B8-9456-841F-6CF57822935B}"/>
          </ac:picMkLst>
        </pc:picChg>
      </pc:sldChg>
      <pc:sldChg chg="addSp mod">
        <pc:chgData name="Naveen Yadav" userId="8caa9bbed8e7a383" providerId="LiveId" clId="{B6195C19-FA41-4D51-A7C3-BC19CAAC1FFA}" dt="2026-01-18T16:47:43.764" v="23" actId="22"/>
        <pc:sldMkLst>
          <pc:docMk/>
          <pc:sldMk cId="3697942487" sldId="267"/>
        </pc:sldMkLst>
        <pc:picChg chg="add">
          <ac:chgData name="Naveen Yadav" userId="8caa9bbed8e7a383" providerId="LiveId" clId="{B6195C19-FA41-4D51-A7C3-BC19CAAC1FFA}" dt="2026-01-18T16:47:43.764" v="23" actId="22"/>
          <ac:picMkLst>
            <pc:docMk/>
            <pc:sldMk cId="3697942487" sldId="267"/>
            <ac:picMk id="5" creationId="{B22FA83D-BBC9-46DB-8FB7-C815C93359E9}"/>
          </ac:picMkLst>
        </pc:picChg>
      </pc:sldChg>
      <pc:sldChg chg="addSp mod">
        <pc:chgData name="Naveen Yadav" userId="8caa9bbed8e7a383" providerId="LiveId" clId="{B6195C19-FA41-4D51-A7C3-BC19CAAC1FFA}" dt="2026-01-19T02:00:19.419" v="24" actId="22"/>
        <pc:sldMkLst>
          <pc:docMk/>
          <pc:sldMk cId="634968545" sldId="268"/>
        </pc:sldMkLst>
        <pc:picChg chg="add">
          <ac:chgData name="Naveen Yadav" userId="8caa9bbed8e7a383" providerId="LiveId" clId="{B6195C19-FA41-4D51-A7C3-BC19CAAC1FFA}" dt="2026-01-19T02:00:19.419" v="24" actId="22"/>
          <ac:picMkLst>
            <pc:docMk/>
            <pc:sldMk cId="634968545" sldId="268"/>
            <ac:picMk id="5" creationId="{5399813F-90AE-9F4D-8E5C-2215524C40A9}"/>
          </ac:picMkLst>
        </pc:picChg>
      </pc:sldChg>
      <pc:sldChg chg="addSp mod">
        <pc:chgData name="Naveen Yadav" userId="8caa9bbed8e7a383" providerId="LiveId" clId="{B6195C19-FA41-4D51-A7C3-BC19CAAC1FFA}" dt="2026-01-19T02:00:38.407" v="25" actId="22"/>
        <pc:sldMkLst>
          <pc:docMk/>
          <pc:sldMk cId="3539156288" sldId="269"/>
        </pc:sldMkLst>
        <pc:picChg chg="add">
          <ac:chgData name="Naveen Yadav" userId="8caa9bbed8e7a383" providerId="LiveId" clId="{B6195C19-FA41-4D51-A7C3-BC19CAAC1FFA}" dt="2026-01-19T02:00:38.407" v="25" actId="22"/>
          <ac:picMkLst>
            <pc:docMk/>
            <pc:sldMk cId="3539156288" sldId="269"/>
            <ac:picMk id="5" creationId="{7F5DBE6B-D1B9-C178-5D1B-911A29705A91}"/>
          </ac:picMkLst>
        </pc:picChg>
      </pc:sldChg>
      <pc:sldChg chg="addSp mod">
        <pc:chgData name="Naveen Yadav" userId="8caa9bbed8e7a383" providerId="LiveId" clId="{B6195C19-FA41-4D51-A7C3-BC19CAAC1FFA}" dt="2026-01-19T02:01:58.419" v="26" actId="22"/>
        <pc:sldMkLst>
          <pc:docMk/>
          <pc:sldMk cId="3118443109" sldId="270"/>
        </pc:sldMkLst>
        <pc:picChg chg="add">
          <ac:chgData name="Naveen Yadav" userId="8caa9bbed8e7a383" providerId="LiveId" clId="{B6195C19-FA41-4D51-A7C3-BC19CAAC1FFA}" dt="2026-01-19T02:01:58.419" v="26" actId="22"/>
          <ac:picMkLst>
            <pc:docMk/>
            <pc:sldMk cId="3118443109" sldId="270"/>
            <ac:picMk id="5" creationId="{B60647BB-96A5-CA73-A820-90B917F3C0B6}"/>
          </ac:picMkLst>
        </pc:picChg>
      </pc:sldChg>
      <pc:sldChg chg="addSp mod">
        <pc:chgData name="Naveen Yadav" userId="8caa9bbed8e7a383" providerId="LiveId" clId="{B6195C19-FA41-4D51-A7C3-BC19CAAC1FFA}" dt="2026-01-19T02:02:18.007" v="27" actId="22"/>
        <pc:sldMkLst>
          <pc:docMk/>
          <pc:sldMk cId="73202870" sldId="271"/>
        </pc:sldMkLst>
        <pc:picChg chg="add">
          <ac:chgData name="Naveen Yadav" userId="8caa9bbed8e7a383" providerId="LiveId" clId="{B6195C19-FA41-4D51-A7C3-BC19CAAC1FFA}" dt="2026-01-19T02:02:18.007" v="27" actId="22"/>
          <ac:picMkLst>
            <pc:docMk/>
            <pc:sldMk cId="73202870" sldId="271"/>
            <ac:picMk id="5" creationId="{F8C07F5C-2CF0-947B-E9D2-A477B2BD46C5}"/>
          </ac:picMkLst>
        </pc:picChg>
      </pc:sldChg>
      <pc:sldChg chg="addSp mod">
        <pc:chgData name="Naveen Yadav" userId="8caa9bbed8e7a383" providerId="LiveId" clId="{B6195C19-FA41-4D51-A7C3-BC19CAAC1FFA}" dt="2026-01-19T02:15:29.821" v="28" actId="22"/>
        <pc:sldMkLst>
          <pc:docMk/>
          <pc:sldMk cId="1922413835" sldId="272"/>
        </pc:sldMkLst>
        <pc:picChg chg="add">
          <ac:chgData name="Naveen Yadav" userId="8caa9bbed8e7a383" providerId="LiveId" clId="{B6195C19-FA41-4D51-A7C3-BC19CAAC1FFA}" dt="2026-01-19T02:15:29.821" v="28" actId="22"/>
          <ac:picMkLst>
            <pc:docMk/>
            <pc:sldMk cId="1922413835" sldId="272"/>
            <ac:picMk id="5" creationId="{E98243EF-57FD-ACFA-204D-3F67001F918C}"/>
          </ac:picMkLst>
        </pc:picChg>
      </pc:sldChg>
      <pc:sldChg chg="addSp mod">
        <pc:chgData name="Naveen Yadav" userId="8caa9bbed8e7a383" providerId="LiveId" clId="{B6195C19-FA41-4D51-A7C3-BC19CAAC1FFA}" dt="2026-01-19T02:15:44.483" v="29" actId="22"/>
        <pc:sldMkLst>
          <pc:docMk/>
          <pc:sldMk cId="875401835" sldId="273"/>
        </pc:sldMkLst>
        <pc:picChg chg="add">
          <ac:chgData name="Naveen Yadav" userId="8caa9bbed8e7a383" providerId="LiveId" clId="{B6195C19-FA41-4D51-A7C3-BC19CAAC1FFA}" dt="2026-01-19T02:15:44.483" v="29" actId="22"/>
          <ac:picMkLst>
            <pc:docMk/>
            <pc:sldMk cId="875401835" sldId="273"/>
            <ac:picMk id="5" creationId="{CA3D3223-863B-DEE2-6D5F-BFA566630AC8}"/>
          </ac:picMkLst>
        </pc:picChg>
      </pc:sldChg>
      <pc:sldChg chg="addSp mod">
        <pc:chgData name="Naveen Yadav" userId="8caa9bbed8e7a383" providerId="LiveId" clId="{B6195C19-FA41-4D51-A7C3-BC19CAAC1FFA}" dt="2026-01-19T02:15:59.763" v="30" actId="22"/>
        <pc:sldMkLst>
          <pc:docMk/>
          <pc:sldMk cId="1261722455" sldId="274"/>
        </pc:sldMkLst>
        <pc:picChg chg="add">
          <ac:chgData name="Naveen Yadav" userId="8caa9bbed8e7a383" providerId="LiveId" clId="{B6195C19-FA41-4D51-A7C3-BC19CAAC1FFA}" dt="2026-01-19T02:15:59.763" v="30" actId="22"/>
          <ac:picMkLst>
            <pc:docMk/>
            <pc:sldMk cId="1261722455" sldId="274"/>
            <ac:picMk id="5" creationId="{563C4F08-5BF1-A9C6-A874-D3482E3574BC}"/>
          </ac:picMkLst>
        </pc:picChg>
      </pc:sldChg>
      <pc:sldChg chg="addSp mod">
        <pc:chgData name="Naveen Yadav" userId="8caa9bbed8e7a383" providerId="LiveId" clId="{B6195C19-FA41-4D51-A7C3-BC19CAAC1FFA}" dt="2026-01-19T02:16:44.651" v="31" actId="22"/>
        <pc:sldMkLst>
          <pc:docMk/>
          <pc:sldMk cId="490249150" sldId="275"/>
        </pc:sldMkLst>
        <pc:picChg chg="add">
          <ac:chgData name="Naveen Yadav" userId="8caa9bbed8e7a383" providerId="LiveId" clId="{B6195C19-FA41-4D51-A7C3-BC19CAAC1FFA}" dt="2026-01-19T02:16:44.651" v="31" actId="22"/>
          <ac:picMkLst>
            <pc:docMk/>
            <pc:sldMk cId="490249150" sldId="275"/>
            <ac:picMk id="5" creationId="{D8DE1DE8-1810-3CD8-E2C4-177EE2AAE8F1}"/>
          </ac:picMkLst>
        </pc:picChg>
      </pc:sldChg>
      <pc:sldChg chg="addSp mod">
        <pc:chgData name="Naveen Yadav" userId="8caa9bbed8e7a383" providerId="LiveId" clId="{B6195C19-FA41-4D51-A7C3-BC19CAAC1FFA}" dt="2026-01-19T02:29:39.104" v="32" actId="22"/>
        <pc:sldMkLst>
          <pc:docMk/>
          <pc:sldMk cId="596433916" sldId="276"/>
        </pc:sldMkLst>
        <pc:picChg chg="add">
          <ac:chgData name="Naveen Yadav" userId="8caa9bbed8e7a383" providerId="LiveId" clId="{B6195C19-FA41-4D51-A7C3-BC19CAAC1FFA}" dt="2026-01-19T02:29:39.104" v="32" actId="22"/>
          <ac:picMkLst>
            <pc:docMk/>
            <pc:sldMk cId="596433916" sldId="276"/>
            <ac:picMk id="5" creationId="{517DA146-DBFE-9731-BAFA-D04EFFD5649A}"/>
          </ac:picMkLst>
        </pc:picChg>
      </pc:sldChg>
      <pc:sldChg chg="addSp mod">
        <pc:chgData name="Naveen Yadav" userId="8caa9bbed8e7a383" providerId="LiveId" clId="{B6195C19-FA41-4D51-A7C3-BC19CAAC1FFA}" dt="2026-01-19T02:29:54.630" v="33" actId="22"/>
        <pc:sldMkLst>
          <pc:docMk/>
          <pc:sldMk cId="399703906" sldId="277"/>
        </pc:sldMkLst>
        <pc:picChg chg="add">
          <ac:chgData name="Naveen Yadav" userId="8caa9bbed8e7a383" providerId="LiveId" clId="{B6195C19-FA41-4D51-A7C3-BC19CAAC1FFA}" dt="2026-01-19T02:29:54.630" v="33" actId="22"/>
          <ac:picMkLst>
            <pc:docMk/>
            <pc:sldMk cId="399703906" sldId="277"/>
            <ac:picMk id="5" creationId="{8B59B987-4D0A-3ED1-7EE0-593835587001}"/>
          </ac:picMkLst>
        </pc:picChg>
      </pc:sldChg>
      <pc:sldChg chg="addSp mod">
        <pc:chgData name="Naveen Yadav" userId="8caa9bbed8e7a383" providerId="LiveId" clId="{B6195C19-FA41-4D51-A7C3-BC19CAAC1FFA}" dt="2026-01-19T02:30:13.305" v="34" actId="22"/>
        <pc:sldMkLst>
          <pc:docMk/>
          <pc:sldMk cId="3987128953" sldId="278"/>
        </pc:sldMkLst>
        <pc:picChg chg="add">
          <ac:chgData name="Naveen Yadav" userId="8caa9bbed8e7a383" providerId="LiveId" clId="{B6195C19-FA41-4D51-A7C3-BC19CAAC1FFA}" dt="2026-01-19T02:30:13.305" v="34" actId="22"/>
          <ac:picMkLst>
            <pc:docMk/>
            <pc:sldMk cId="3987128953" sldId="278"/>
            <ac:picMk id="5" creationId="{9E34915F-C96E-D435-6BAE-40DCCE70FD07}"/>
          </ac:picMkLst>
        </pc:picChg>
      </pc:sldChg>
      <pc:sldChg chg="addSp mod">
        <pc:chgData name="Naveen Yadav" userId="8caa9bbed8e7a383" providerId="LiveId" clId="{B6195C19-FA41-4D51-A7C3-BC19CAAC1FFA}" dt="2026-01-19T02:30:34.759" v="35" actId="22"/>
        <pc:sldMkLst>
          <pc:docMk/>
          <pc:sldMk cId="3533021565" sldId="279"/>
        </pc:sldMkLst>
        <pc:picChg chg="add">
          <ac:chgData name="Naveen Yadav" userId="8caa9bbed8e7a383" providerId="LiveId" clId="{B6195C19-FA41-4D51-A7C3-BC19CAAC1FFA}" dt="2026-01-19T02:30:34.759" v="35" actId="22"/>
          <ac:picMkLst>
            <pc:docMk/>
            <pc:sldMk cId="3533021565" sldId="279"/>
            <ac:picMk id="5" creationId="{7290E4C5-4C0D-955C-DB3D-7B82A76654B6}"/>
          </ac:picMkLst>
        </pc:picChg>
      </pc:sldChg>
      <pc:sldChg chg="addSp mod">
        <pc:chgData name="Naveen Yadav" userId="8caa9bbed8e7a383" providerId="LiveId" clId="{B6195C19-FA41-4D51-A7C3-BC19CAAC1FFA}" dt="2026-01-19T02:30:52.988" v="36" actId="22"/>
        <pc:sldMkLst>
          <pc:docMk/>
          <pc:sldMk cId="680403589" sldId="280"/>
        </pc:sldMkLst>
        <pc:picChg chg="add">
          <ac:chgData name="Naveen Yadav" userId="8caa9bbed8e7a383" providerId="LiveId" clId="{B6195C19-FA41-4D51-A7C3-BC19CAAC1FFA}" dt="2026-01-19T02:30:52.988" v="36" actId="22"/>
          <ac:picMkLst>
            <pc:docMk/>
            <pc:sldMk cId="680403589" sldId="280"/>
            <ac:picMk id="5" creationId="{FEA70CDD-FECF-4C74-BD7B-1F7A32593E48}"/>
          </ac:picMkLst>
        </pc:picChg>
      </pc:sldChg>
      <pc:sldChg chg="addSp mod">
        <pc:chgData name="Naveen Yadav" userId="8caa9bbed8e7a383" providerId="LiveId" clId="{B6195C19-FA41-4D51-A7C3-BC19CAAC1FFA}" dt="2026-01-19T02:31:15.824" v="37" actId="22"/>
        <pc:sldMkLst>
          <pc:docMk/>
          <pc:sldMk cId="1637318859" sldId="281"/>
        </pc:sldMkLst>
        <pc:picChg chg="add">
          <ac:chgData name="Naveen Yadav" userId="8caa9bbed8e7a383" providerId="LiveId" clId="{B6195C19-FA41-4D51-A7C3-BC19CAAC1FFA}" dt="2026-01-19T02:31:15.824" v="37" actId="22"/>
          <ac:picMkLst>
            <pc:docMk/>
            <pc:sldMk cId="1637318859" sldId="281"/>
            <ac:picMk id="5" creationId="{4E6C323B-A544-9FB2-BAEF-942645F66AA3}"/>
          </ac:picMkLst>
        </pc:picChg>
      </pc:sldChg>
      <pc:sldChg chg="addSp mod">
        <pc:chgData name="Naveen Yadav" userId="8caa9bbed8e7a383" providerId="LiveId" clId="{B6195C19-FA41-4D51-A7C3-BC19CAAC1FFA}" dt="2026-01-19T02:31:31.542" v="38" actId="22"/>
        <pc:sldMkLst>
          <pc:docMk/>
          <pc:sldMk cId="3591117667" sldId="282"/>
        </pc:sldMkLst>
        <pc:picChg chg="add">
          <ac:chgData name="Naveen Yadav" userId="8caa9bbed8e7a383" providerId="LiveId" clId="{B6195C19-FA41-4D51-A7C3-BC19CAAC1FFA}" dt="2026-01-19T02:31:31.542" v="38" actId="22"/>
          <ac:picMkLst>
            <pc:docMk/>
            <pc:sldMk cId="3591117667" sldId="282"/>
            <ac:picMk id="5" creationId="{E841AC01-86FD-CF22-932B-92307B9FA5B6}"/>
          </ac:picMkLst>
        </pc:picChg>
      </pc:sldChg>
      <pc:sldChg chg="addSp mod">
        <pc:chgData name="Naveen Yadav" userId="8caa9bbed8e7a383" providerId="LiveId" clId="{B6195C19-FA41-4D51-A7C3-BC19CAAC1FFA}" dt="2026-01-19T02:31:47.915" v="39" actId="22"/>
        <pc:sldMkLst>
          <pc:docMk/>
          <pc:sldMk cId="771691119" sldId="283"/>
        </pc:sldMkLst>
        <pc:picChg chg="add">
          <ac:chgData name="Naveen Yadav" userId="8caa9bbed8e7a383" providerId="LiveId" clId="{B6195C19-FA41-4D51-A7C3-BC19CAAC1FFA}" dt="2026-01-19T02:31:47.915" v="39" actId="22"/>
          <ac:picMkLst>
            <pc:docMk/>
            <pc:sldMk cId="771691119" sldId="283"/>
            <ac:picMk id="5" creationId="{5700716D-F07A-8A06-D2CC-04CBB6386D33}"/>
          </ac:picMkLst>
        </pc:picChg>
      </pc:sldChg>
      <pc:sldChg chg="addSp mod">
        <pc:chgData name="Naveen Yadav" userId="8caa9bbed8e7a383" providerId="LiveId" clId="{B6195C19-FA41-4D51-A7C3-BC19CAAC1FFA}" dt="2026-01-19T02:32:05.089" v="40" actId="22"/>
        <pc:sldMkLst>
          <pc:docMk/>
          <pc:sldMk cId="3144196103" sldId="284"/>
        </pc:sldMkLst>
        <pc:picChg chg="add">
          <ac:chgData name="Naveen Yadav" userId="8caa9bbed8e7a383" providerId="LiveId" clId="{B6195C19-FA41-4D51-A7C3-BC19CAAC1FFA}" dt="2026-01-19T02:32:05.089" v="40" actId="22"/>
          <ac:picMkLst>
            <pc:docMk/>
            <pc:sldMk cId="3144196103" sldId="284"/>
            <ac:picMk id="5" creationId="{BC5DF426-5014-1130-924F-24206ED1A00B}"/>
          </ac:picMkLst>
        </pc:picChg>
      </pc:sldChg>
      <pc:sldChg chg="addSp mod">
        <pc:chgData name="Naveen Yadav" userId="8caa9bbed8e7a383" providerId="LiveId" clId="{B6195C19-FA41-4D51-A7C3-BC19CAAC1FFA}" dt="2026-01-19T02:32:27.811" v="41" actId="22"/>
        <pc:sldMkLst>
          <pc:docMk/>
          <pc:sldMk cId="3666784322" sldId="285"/>
        </pc:sldMkLst>
        <pc:picChg chg="add">
          <ac:chgData name="Naveen Yadav" userId="8caa9bbed8e7a383" providerId="LiveId" clId="{B6195C19-FA41-4D51-A7C3-BC19CAAC1FFA}" dt="2026-01-19T02:32:27.811" v="41" actId="22"/>
          <ac:picMkLst>
            <pc:docMk/>
            <pc:sldMk cId="3666784322" sldId="285"/>
            <ac:picMk id="5" creationId="{00E77C11-42DD-9457-2777-8A1FD1546654}"/>
          </ac:picMkLst>
        </pc:picChg>
      </pc:sldChg>
      <pc:sldChg chg="addSp mod">
        <pc:chgData name="Naveen Yadav" userId="8caa9bbed8e7a383" providerId="LiveId" clId="{B6195C19-FA41-4D51-A7C3-BC19CAAC1FFA}" dt="2026-01-19T02:33:11.459" v="42" actId="22"/>
        <pc:sldMkLst>
          <pc:docMk/>
          <pc:sldMk cId="709606627" sldId="286"/>
        </pc:sldMkLst>
        <pc:picChg chg="add">
          <ac:chgData name="Naveen Yadav" userId="8caa9bbed8e7a383" providerId="LiveId" clId="{B6195C19-FA41-4D51-A7C3-BC19CAAC1FFA}" dt="2026-01-19T02:33:11.459" v="42" actId="22"/>
          <ac:picMkLst>
            <pc:docMk/>
            <pc:sldMk cId="709606627" sldId="286"/>
            <ac:picMk id="5" creationId="{6E697E81-61B0-0D4B-17E5-536974718D79}"/>
          </ac:picMkLst>
        </pc:picChg>
      </pc:sldChg>
      <pc:sldChg chg="addSp mod">
        <pc:chgData name="Naveen Yadav" userId="8caa9bbed8e7a383" providerId="LiveId" clId="{B6195C19-FA41-4D51-A7C3-BC19CAAC1FFA}" dt="2026-01-19T02:33:24.610" v="43" actId="22"/>
        <pc:sldMkLst>
          <pc:docMk/>
          <pc:sldMk cId="1062508725" sldId="287"/>
        </pc:sldMkLst>
        <pc:picChg chg="add">
          <ac:chgData name="Naveen Yadav" userId="8caa9bbed8e7a383" providerId="LiveId" clId="{B6195C19-FA41-4D51-A7C3-BC19CAAC1FFA}" dt="2026-01-19T02:33:24.610" v="43" actId="22"/>
          <ac:picMkLst>
            <pc:docMk/>
            <pc:sldMk cId="1062508725" sldId="287"/>
            <ac:picMk id="5" creationId="{F65D9A5E-6002-B082-C0F1-192D3C95F2EF}"/>
          </ac:picMkLst>
        </pc:picChg>
      </pc:sldChg>
      <pc:sldChg chg="addSp mod">
        <pc:chgData name="Naveen Yadav" userId="8caa9bbed8e7a383" providerId="LiveId" clId="{B6195C19-FA41-4D51-A7C3-BC19CAAC1FFA}" dt="2026-01-19T02:33:44.481" v="44" actId="22"/>
        <pc:sldMkLst>
          <pc:docMk/>
          <pc:sldMk cId="1743621780" sldId="288"/>
        </pc:sldMkLst>
        <pc:picChg chg="add">
          <ac:chgData name="Naveen Yadav" userId="8caa9bbed8e7a383" providerId="LiveId" clId="{B6195C19-FA41-4D51-A7C3-BC19CAAC1FFA}" dt="2026-01-19T02:33:44.481" v="44" actId="22"/>
          <ac:picMkLst>
            <pc:docMk/>
            <pc:sldMk cId="1743621780" sldId="288"/>
            <ac:picMk id="5" creationId="{148D6BAC-BDBE-7DB2-DE58-2B9110EC1259}"/>
          </ac:picMkLst>
        </pc:picChg>
      </pc:sldChg>
      <pc:sldChg chg="addSp mod">
        <pc:chgData name="Naveen Yadav" userId="8caa9bbed8e7a383" providerId="LiveId" clId="{B6195C19-FA41-4D51-A7C3-BC19CAAC1FFA}" dt="2026-01-19T02:34:01.958" v="45" actId="22"/>
        <pc:sldMkLst>
          <pc:docMk/>
          <pc:sldMk cId="143268650" sldId="289"/>
        </pc:sldMkLst>
        <pc:picChg chg="add">
          <ac:chgData name="Naveen Yadav" userId="8caa9bbed8e7a383" providerId="LiveId" clId="{B6195C19-FA41-4D51-A7C3-BC19CAAC1FFA}" dt="2026-01-19T02:34:01.958" v="45" actId="22"/>
          <ac:picMkLst>
            <pc:docMk/>
            <pc:sldMk cId="143268650" sldId="289"/>
            <ac:picMk id="5" creationId="{9C0E253A-9A07-82A7-6EBF-F85E14760907}"/>
          </ac:picMkLst>
        </pc:picChg>
      </pc:sldChg>
      <pc:sldChg chg="addSp mod">
        <pc:chgData name="Naveen Yadav" userId="8caa9bbed8e7a383" providerId="LiveId" clId="{B6195C19-FA41-4D51-A7C3-BC19CAAC1FFA}" dt="2026-01-19T02:34:16.316" v="46" actId="22"/>
        <pc:sldMkLst>
          <pc:docMk/>
          <pc:sldMk cId="2443729458" sldId="290"/>
        </pc:sldMkLst>
        <pc:picChg chg="add">
          <ac:chgData name="Naveen Yadav" userId="8caa9bbed8e7a383" providerId="LiveId" clId="{B6195C19-FA41-4D51-A7C3-BC19CAAC1FFA}" dt="2026-01-19T02:34:16.316" v="46" actId="22"/>
          <ac:picMkLst>
            <pc:docMk/>
            <pc:sldMk cId="2443729458" sldId="290"/>
            <ac:picMk id="5" creationId="{D065C960-6232-72E2-0B93-DFDBE2AFB6DB}"/>
          </ac:picMkLst>
        </pc:picChg>
      </pc:sldChg>
      <pc:sldChg chg="addSp mod">
        <pc:chgData name="Naveen Yadav" userId="8caa9bbed8e7a383" providerId="LiveId" clId="{B6195C19-FA41-4D51-A7C3-BC19CAAC1FFA}" dt="2026-01-19T02:34:30.409" v="47" actId="22"/>
        <pc:sldMkLst>
          <pc:docMk/>
          <pc:sldMk cId="793274457" sldId="291"/>
        </pc:sldMkLst>
        <pc:picChg chg="add">
          <ac:chgData name="Naveen Yadav" userId="8caa9bbed8e7a383" providerId="LiveId" clId="{B6195C19-FA41-4D51-A7C3-BC19CAAC1FFA}" dt="2026-01-19T02:34:30.409" v="47" actId="22"/>
          <ac:picMkLst>
            <pc:docMk/>
            <pc:sldMk cId="793274457" sldId="291"/>
            <ac:picMk id="5" creationId="{225500AD-5E73-B086-4F4E-34D985990B72}"/>
          </ac:picMkLst>
        </pc:picChg>
      </pc:sldChg>
      <pc:sldChg chg="addSp mod">
        <pc:chgData name="Naveen Yadav" userId="8caa9bbed8e7a383" providerId="LiveId" clId="{B6195C19-FA41-4D51-A7C3-BC19CAAC1FFA}" dt="2026-01-19T02:34:45.611" v="48" actId="22"/>
        <pc:sldMkLst>
          <pc:docMk/>
          <pc:sldMk cId="2579065421" sldId="292"/>
        </pc:sldMkLst>
        <pc:picChg chg="add">
          <ac:chgData name="Naveen Yadav" userId="8caa9bbed8e7a383" providerId="LiveId" clId="{B6195C19-FA41-4D51-A7C3-BC19CAAC1FFA}" dt="2026-01-19T02:34:45.611" v="48" actId="22"/>
          <ac:picMkLst>
            <pc:docMk/>
            <pc:sldMk cId="2579065421" sldId="292"/>
            <ac:picMk id="5" creationId="{208636CD-FCA5-D057-F546-0A1521E775C7}"/>
          </ac:picMkLst>
        </pc:picChg>
      </pc:sldChg>
      <pc:sldChg chg="addSp mod">
        <pc:chgData name="Naveen Yadav" userId="8caa9bbed8e7a383" providerId="LiveId" clId="{B6195C19-FA41-4D51-A7C3-BC19CAAC1FFA}" dt="2026-01-19T02:35:01.905" v="49" actId="22"/>
        <pc:sldMkLst>
          <pc:docMk/>
          <pc:sldMk cId="281170200" sldId="293"/>
        </pc:sldMkLst>
        <pc:picChg chg="add">
          <ac:chgData name="Naveen Yadav" userId="8caa9bbed8e7a383" providerId="LiveId" clId="{B6195C19-FA41-4D51-A7C3-BC19CAAC1FFA}" dt="2026-01-19T02:35:01.905" v="49" actId="22"/>
          <ac:picMkLst>
            <pc:docMk/>
            <pc:sldMk cId="281170200" sldId="293"/>
            <ac:picMk id="5" creationId="{414858D6-9E28-04DE-ADA5-915CF361B2A4}"/>
          </ac:picMkLst>
        </pc:picChg>
      </pc:sldChg>
      <pc:sldChg chg="addSp mod">
        <pc:chgData name="Naveen Yadav" userId="8caa9bbed8e7a383" providerId="LiveId" clId="{B6195C19-FA41-4D51-A7C3-BC19CAAC1FFA}" dt="2026-01-19T02:35:17.690" v="50" actId="22"/>
        <pc:sldMkLst>
          <pc:docMk/>
          <pc:sldMk cId="42127310" sldId="294"/>
        </pc:sldMkLst>
        <pc:picChg chg="add">
          <ac:chgData name="Naveen Yadav" userId="8caa9bbed8e7a383" providerId="LiveId" clId="{B6195C19-FA41-4D51-A7C3-BC19CAAC1FFA}" dt="2026-01-19T02:35:17.690" v="50" actId="22"/>
          <ac:picMkLst>
            <pc:docMk/>
            <pc:sldMk cId="42127310" sldId="294"/>
            <ac:picMk id="5" creationId="{248D66F5-A54F-E458-1B53-4EE72843525D}"/>
          </ac:picMkLst>
        </pc:picChg>
      </pc:sldChg>
      <pc:sldChg chg="addSp mod">
        <pc:chgData name="Naveen Yadav" userId="8caa9bbed8e7a383" providerId="LiveId" clId="{B6195C19-FA41-4D51-A7C3-BC19CAAC1FFA}" dt="2026-01-19T02:35:37.996" v="51" actId="22"/>
        <pc:sldMkLst>
          <pc:docMk/>
          <pc:sldMk cId="4203070937" sldId="295"/>
        </pc:sldMkLst>
        <pc:picChg chg="add">
          <ac:chgData name="Naveen Yadav" userId="8caa9bbed8e7a383" providerId="LiveId" clId="{B6195C19-FA41-4D51-A7C3-BC19CAAC1FFA}" dt="2026-01-19T02:35:37.996" v="51" actId="22"/>
          <ac:picMkLst>
            <pc:docMk/>
            <pc:sldMk cId="4203070937" sldId="295"/>
            <ac:picMk id="5" creationId="{DDE57307-F2E7-B90B-F347-D398C0EBFFC2}"/>
          </ac:picMkLst>
        </pc:picChg>
      </pc:sldChg>
      <pc:sldChg chg="addSp mod">
        <pc:chgData name="Naveen Yadav" userId="8caa9bbed8e7a383" providerId="LiveId" clId="{B6195C19-FA41-4D51-A7C3-BC19CAAC1FFA}" dt="2026-01-19T02:36:01.309" v="52" actId="22"/>
        <pc:sldMkLst>
          <pc:docMk/>
          <pc:sldMk cId="2297968444" sldId="296"/>
        </pc:sldMkLst>
        <pc:picChg chg="add">
          <ac:chgData name="Naveen Yadav" userId="8caa9bbed8e7a383" providerId="LiveId" clId="{B6195C19-FA41-4D51-A7C3-BC19CAAC1FFA}" dt="2026-01-19T02:36:01.309" v="52" actId="22"/>
          <ac:picMkLst>
            <pc:docMk/>
            <pc:sldMk cId="2297968444" sldId="296"/>
            <ac:picMk id="5" creationId="{549678E5-81E2-09E0-891C-2E3FB448ABE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404B-F0CF-A1D8-AF06-C0D99B714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08830C-FE24-062D-CAF7-7D38379B8E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5A22A-3AEF-F214-43D6-EF051AA38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77E32-1526-2295-0B81-D2760E5A5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49101-CAE3-7D39-7841-17FF63162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01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83A6-77A2-D7F8-6086-99BC52A70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01724-C2B4-BE01-3C9E-A4DD00ECE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C41349-A5F2-AC07-A389-E082FA1F2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009D-90A9-0CDA-9FF6-3EC33FFB2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63559-00FF-AEFD-4567-7716AD4B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62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F5C88-513E-2C5F-A87E-8658C6116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69C1E-E48B-D27A-8D1F-E44A0BC80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A34A8-6A05-4C30-D56D-54221C67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2F5B8-C4BC-DDC6-FC20-D405CA08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1F508-2931-12E8-84B5-011A03AC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135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AAA74-1F24-08F8-F417-E6730F1E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EEAE6-A3CE-6BAE-055E-7B14DBDE2F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FF9EF-FB2B-7271-20A7-18746DEBB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F7D59B-E721-B630-221C-7ADEB725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6D776-174A-76F8-7906-FCB69C93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114A7B-CF3C-69C9-33CB-269C79FDF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26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79AC-C8D9-45B9-D575-AE6D38447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A87E6B-864B-9528-1F84-959C99F93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A9D712-CE00-F5EE-0431-D1CA4E2342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109286-5380-5B19-A101-C6B6D9BD80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653483-BBE6-15EE-B304-8A427D92AF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05485-17F1-937B-6792-80DA72C9D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229DD2-EB11-A9DF-E4C6-F4A71C6E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8FF063-D942-8390-1274-B7AC49627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2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EAB05-7C7F-A96F-F3B3-54B93823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F5F6F4-6C8D-FBBD-CAB6-94964D1E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5BD16-6032-D2EF-31BC-B13F8A02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944A90-6FD7-285B-50CD-9E4123D10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172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F7A335-FEF0-07E2-C6EE-3D572CDB2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FFCD7A-DF6D-EFBE-9186-82501C5FF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F689C-CC56-A213-FBDD-033A435EB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72102-A728-4C11-DA6C-0DA7CD6A2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39DD8-4FDD-8E55-D631-214E113F33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37683-5BE0-21D5-ABCE-2E24B9B0B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99BA8-255C-9CC4-2690-1123488AD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BDF30-C7C5-2776-AF6C-F98E8AFF5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B680D-1BBC-5B4A-F424-FF41673B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4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58EEE-FBE2-72EF-FCF4-8E18CBBBE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37D9F9-48CD-F565-6E68-8A3AC5428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588C0-CE71-0238-F9CC-800722BD0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40C48-C741-7FC5-09FA-98215287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770A0-BA59-056C-A8B7-6BE8950BA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036D5F-1A08-5E47-1FB4-78525B8D3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900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8BA0-C5DF-CACC-E708-B6A140D2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736BF-28D7-010E-0B13-5450D94DF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FD624-6FC7-20A6-9A05-218B6875F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2FAC5-C16D-4417-5132-EF77B2A03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DD65FD-52BA-8C53-B3D5-B16EB602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38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03846-795E-E7E3-D0FE-CA54D4847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32B0FE-6CC1-BF34-E84B-5C057F695D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E09B4-F192-1AEE-F0E6-2DE18BD06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6611E9-6E09-3B36-19F6-7BA2E21CA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2FEDD-8EB2-480E-E6F3-689737644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65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084011-A935-FDD5-9517-0B2034C64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89F3F-A329-0D78-839B-EB0E0924A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16D8D-FEF6-D285-C5BD-AF0E628121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B2C09-D6A2-40A8-B572-CA65CC6C230F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5B4B5A-0E29-ECE8-F12D-F1811FE13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94E22-B178-063A-2CB7-4E09AAE48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3D3B48-7E79-4283-871F-5F7542FC9B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67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947291-C371-C594-2F59-F9091B1DA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2" y="0"/>
            <a:ext cx="120299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638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8E13D7-B4F1-31E4-95CD-CC30DA93D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3" y="0"/>
            <a:ext cx="120534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963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D3BBE8-95E8-0C5F-BBBC-F2702C698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916"/>
            <a:ext cx="12192000" cy="677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453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CF03E8-1639-0DCE-3BBF-BFB2C2B51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77"/>
            <a:ext cx="12192000" cy="681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78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EF0616-AE6A-BEB1-B7F0-681B82693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2880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44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BEBC0B-DA59-2D25-720C-0985E1B4D3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7" y="0"/>
            <a:ext cx="121560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459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CC9E3DA-6DF0-779D-FF8C-2902A6A7F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"/>
            <a:ext cx="12192000" cy="685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387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2FA0E6-4997-1086-B884-C2DAE2C14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8" y="18574"/>
            <a:ext cx="12136544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28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13697-FA8D-238C-FF34-53321B69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23E04-CB54-8BF8-4645-9BDF43C25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7337F-7DE4-B0C7-EF7D-1C5977ABE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9"/>
            <a:ext cx="12192000" cy="684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667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6EB694-79B8-9456-841F-6CF578229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08100" y="18095"/>
            <a:ext cx="12800100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5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03392BE-A2C1-446B-C6D1-377321DC9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6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F0785-625F-4090-B433-784E1D093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21265-FA39-FC3F-C982-584A6DD01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FA83D-BBC9-46DB-8FB7-C815C9335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1" y="0"/>
            <a:ext cx="1208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942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53D8E-B37A-0635-DA43-E65984BF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74677-FE1C-10B9-BA18-FD7847FD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99813F-90AE-9F4D-8E5C-2215524C4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4" y="0"/>
            <a:ext cx="12134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968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7F115-DEF4-7C07-9D0F-241D3F127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55FA3-878F-F231-E669-3D5261A30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5DBE6B-D1B9-C178-5D1B-911A29705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812"/>
            <a:ext cx="12192000" cy="681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156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C14F-D30A-F854-C633-1C5A413B8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ADA8E-9ED8-5946-BF1D-F8CA1164F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0647BB-96A5-CA73-A820-90B917F3C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59"/>
            <a:ext cx="12192000" cy="682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443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B3CE4-5000-0EB1-5BE4-2E0F473F3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F52D1-5BA3-9B15-C114-34B1FC7B6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07F5C-2CF0-947B-E9D2-A477B2BD4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18574"/>
            <a:ext cx="12174649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2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69CA1-939F-578B-E790-27430C05F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3A4C5-E2ED-2141-6F2D-5C59FD80C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8243EF-57FD-ACFA-204D-3F67001F9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5" y="0"/>
            <a:ext cx="121625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413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3F37-BC2A-5070-ACFB-269A5B2E2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BB21F-C2F4-CFD6-F4A8-48EBC2B4E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3D3223-863B-DEE2-6D5F-BFA566630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859"/>
            <a:ext cx="12192000" cy="682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401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D0715-7912-1E0E-5CB9-1BD817A2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F779E-86A3-A288-50E1-E70FBC093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3C4F08-5BF1-A9C6-A874-D3482E357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18574"/>
            <a:ext cx="12174649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7224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96F3E-F132-7FC6-4F58-20800A05B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5558D-8033-84C4-09A5-C38CE7C7F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E1DE8-1810-3CD8-E2C4-177EE2AAE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249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9217A-DC08-8A4B-0E36-DE41ADDD1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6797A-11B5-CC94-3202-29519AA4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DA146-DBFE-9731-BAFA-D04EFFD56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5" y="0"/>
            <a:ext cx="12139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433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2885-9F05-8645-58D1-FF491E512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4DC11-8807-FD4C-12C0-A3799310EE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9B987-4D0A-3ED1-7EE0-593835587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82"/>
            <a:ext cx="12192000" cy="683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039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793D-7961-C150-D654-B112D2F1B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75AA6-C622-6D3A-8F1A-32A305923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34915F-C96E-D435-6BAE-40DCCE70F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5" y="0"/>
            <a:ext cx="121392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289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E8EC2-4B8E-7A41-5BED-784B7EE8A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62A66-FE69-2B23-865F-FB95DC1683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90E4C5-4C0D-955C-DB3D-7B82A7665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8" y="18574"/>
            <a:ext cx="12136544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215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3545F-5B85-770A-E7BC-DDFAAE112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590CD-CCE7-42C6-F2A5-C7567AAEE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70CDD-FECF-4C74-BD7B-1F7A32593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04"/>
            <a:ext cx="12192000" cy="683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03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3F7E7-2528-7333-9BB4-1DEDEA878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00D51-E218-030D-354B-37EBA39EF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6C323B-A544-9FB2-BAEF-942645F66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32"/>
            <a:ext cx="12192000" cy="683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3188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C9EA4-6F0F-E538-E838-ED87B853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5ED36-82A4-F6FD-31D9-8BAC254FD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41AC01-86FD-CF22-932B-92307B9FA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2" y="0"/>
            <a:ext cx="120813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176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CFA84-DA43-602A-999E-D688CE0EA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200AD-7532-F294-D488-FC56DB732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00716D-F07A-8A06-D2CC-04CBB6386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6911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978B9-7F7B-5F8F-6086-FA4349346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CCFBEB-CDF1-0C0E-3164-9400B6B2D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DF426-5014-1130-924F-24206ED1A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08" y="0"/>
            <a:ext cx="121435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961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6F34D-C792-78CD-7E08-391C4163F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D0F02-28B3-5231-5092-85EF678B8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E77C11-42DD-9457-2777-8A1FD1546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2" y="0"/>
            <a:ext cx="12123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843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7D7C-2571-28A8-457F-55F9788D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165AA-4718-AD37-3CF1-F74228913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697E81-61B0-0D4B-17E5-536974718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8" y="0"/>
            <a:ext cx="120957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066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356CB-F202-7323-6874-E15FFCEFB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EB5E1-61C4-CA9B-37C1-DE24A50E1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5D9A5E-6002-B082-C0F1-192D3C95F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" y="0"/>
            <a:ext cx="121772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5087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4B7A-E9E1-59A6-D5E1-55B918C8F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4E86D-74C6-CC75-F69A-C04E86795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8D6BAC-BDBE-7DB2-DE58-2B9110EC1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7" y="0"/>
            <a:ext cx="12152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217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09B2-6F41-175B-3787-84FDF2644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EAA88-2BFC-34FA-5DE8-7DD360943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0E253A-9A07-82A7-6EBF-F85E14760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2192000" cy="678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68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9F548-2341-6CA7-D072-1DE933D1D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F6C82-463D-57F9-40FE-6365374EA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65C960-6232-72E2-0B93-DFDBE2AFB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32"/>
            <a:ext cx="12192000" cy="683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294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0832B-4D5A-47F2-5C99-B2E528CB2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73805-D0BE-D330-6A34-8AF5C42E7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5500AD-5E73-B086-4F4E-34D985990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5" y="0"/>
            <a:ext cx="121668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744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83A5-7DF0-2C56-A50A-67A0369B4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7230D-71FF-48B1-209A-01B83B06F4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8636CD-FCA5-D057-F546-0A1521E77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87"/>
            <a:ext cx="12192000" cy="682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65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F6714-80D8-0957-15A2-AABC4F798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7E607-9276-4F30-2FDC-F5CC40BFA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4858D6-9E28-04DE-ADA5-915CF361B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" y="0"/>
            <a:ext cx="121857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702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0E8CF-D739-4300-F59F-7F8C9997F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20CFE-ADF1-2BD5-30CA-9A9C462CC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D66F5-A54F-E458-1B53-4EE72843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1" y="0"/>
            <a:ext cx="12147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73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75862-E666-8620-D735-E1D792E85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AB9E1-90DD-0F0C-E153-09D4DB16A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E57307-F2E7-B90B-F347-D398C0EBF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18"/>
            <a:ext cx="12192000" cy="6844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709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053F-DDBA-0A57-455A-C0EB17B4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C32E2-5961-3D69-EC1C-F132D63CE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9678E5-81E2-09E0-891C-2E3FB448A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77"/>
            <a:ext cx="12192000" cy="681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684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1C83-8960-8222-5EAE-C097B1F48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CAAFB-22C9-4586-338F-300D7D1195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66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D8EE2-9CF8-EBA5-402E-619C1BD20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7A423-AE15-4BBD-6CD1-2E30A9075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5089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5145-4A88-0802-336F-2F285CD9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703F1-4CDA-7A6D-E6B0-8B01131E8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529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3BB4B-EE1A-071E-ED56-E90E6C910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F5EC7-327F-9C05-7091-9F023FDA2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9142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C619-EE63-86E8-AE84-7675D7212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BD96-4671-086E-BA36-F9308A6AE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438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09AC7-1DC9-BD4B-2C3A-692CF7A32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E5E96-E50C-6D1A-792F-0C82553E3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335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DBB61-8393-5052-7E75-8BF22F190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431F0-C08B-4895-65FE-586593627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30241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D3CCE-FCCF-91AB-C91C-C7351C656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B00A9-EC68-CB4D-BED9-8C50FACB1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155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D579E-9440-3B28-3380-A2DEB278C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E21A2-9BDE-F673-41E2-659FF4261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48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994FD-3CB8-6C7A-422A-773AC8FAA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D6117-70E6-3C9D-A1AA-5B0035F24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463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EF45E-EC81-787E-3E9C-BA357B79B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99935-E468-46C4-27B4-8F286FD47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2686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74C26-C90F-0D90-4FD8-75A80DC3E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6EB0B-6809-C639-BA14-8EFA29089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484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208E6-FE7C-113A-470D-DBA839ECA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7DBE2F-70CF-58DC-C99F-A5007547A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3718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A943C-0B35-C531-9E40-97D4AA1B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60552-9C16-2039-44B9-A3B89470B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608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BB77-787A-1C93-1FF4-1B3347F33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16013-4BA2-D1C0-C0F0-C5BA9D5D7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0442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BBF91-390D-6EE4-87CA-EB58451B4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3F35A-6B46-6E28-F3F4-7492B9BEF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1985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CF951-764F-BCF9-3EB1-FD7EBA6C0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418C5-E823-7DF7-E83B-36C3B4825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3584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9248-C674-EC1B-87F5-219F3BA2D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6CF1E-FD16-CE70-8AF0-C6C1B6F85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54913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BD35B-7815-2554-F96C-4925E5654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34D11-1FB4-106F-CEC3-4D80245A0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7743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6A17-C4C2-EB3A-434E-D5563ABD6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7C6F7-CE68-3CEB-FAB6-7EDC14D2A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4368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855E-E2DF-9BED-E188-E3D5FC602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8B61A-BFF9-6FAB-8310-4AB90E28A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51581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38FB6-9AE6-32C4-9227-B17D45BB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FB334-7B45-793E-DCB9-2A38EC346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4638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4ECD1-4AD7-E9F5-B60E-F21FDA3E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C2459-FB51-C61C-7927-0217178EC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356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FB2C-5442-4FC0-2CC3-EE86FAE23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8ABA8-1D89-9D65-FCEF-8503DEF5C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4920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1CC21-BF27-8B79-1773-C10F704D1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0DE3B-1F52-A23B-BE74-5BF895E0B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0924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8E97B-1AB4-5161-4CD5-4FBB23134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FFF61-A947-DCCF-9145-A2B50DE6A9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3822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41B4A-7FE1-21AA-0538-5FA91951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97B45-94E5-AF5A-FCC5-2DD4E4848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5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0</Words>
  <Application>Microsoft Office PowerPoint</Application>
  <PresentationFormat>Widescreen</PresentationFormat>
  <Paragraphs>0</Paragraphs>
  <Slides>68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Yadav</dc:creator>
  <cp:lastModifiedBy>Naveen Yadav</cp:lastModifiedBy>
  <cp:revision>1</cp:revision>
  <dcterms:created xsi:type="dcterms:W3CDTF">2026-01-18T16:30:23Z</dcterms:created>
  <dcterms:modified xsi:type="dcterms:W3CDTF">2026-01-19T02:36:02Z</dcterms:modified>
</cp:coreProperties>
</file>
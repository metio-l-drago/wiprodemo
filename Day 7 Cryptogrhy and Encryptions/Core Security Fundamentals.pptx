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DC9F-4241-76D2-A6DB-0B2D43652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8B43D-D96A-6C17-209A-ECF56115D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EBB12-81C8-4187-A343-D113F85D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E545-9D35-6CB7-47AD-F2C017B0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58848-1881-1EA2-A1A9-D782600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3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EDC8-288F-4FA4-34B2-3CC75B7C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37EEF-170D-1F82-CBA5-201845FCA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61A5D-6850-8FA6-491E-4F684DF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185FB-6ED7-BFFC-CB0B-A3329DD6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612CC-1E7D-7462-F677-5599C4EE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3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B960-A0D5-9B88-2A0D-941E03D0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92963-BA0D-0387-1265-D39C91AF3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7720C-EFD0-3328-C004-0D943D85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36655-492D-183F-B24F-3FA4E8E3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D055F-FA73-933D-F42E-9530BE4F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4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6E8A-8B36-86DB-699D-5B0B5156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AE93A-9286-240A-879E-ECF6A6036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6F560-4EBA-B945-A329-B1243BDC7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459D3-082E-F62B-A441-0011B551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072EC-F502-2757-2D48-1708F8FB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87924-536A-D286-4A73-7E2B1CD2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2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4A0E-2B5F-738E-BE7F-A1B270E7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25DED-2E63-DF13-17F5-F9D11D083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1AB89-2A98-C64A-7740-2B4C0292C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1E839-AC6C-BAF7-51AD-305CEB512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B9446-501F-DD16-E457-D522A11D6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1C5A52-2302-6E88-FBF9-68BBFB53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2F709-D71F-554A-08AC-93A67E09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A751B-7C01-9D1A-51A3-6915164A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A9CE-89A7-B14D-0BBB-E71C6CA8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09C49-E5F5-3A89-2A08-5F6831D9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C9519-377B-9BD2-6835-6E8418C7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C1685-0131-9C7F-B0C0-9D261EEE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2ED19-9059-060D-BB6F-096BD3EB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A9442-A43A-F071-E534-C82817E1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0022B-72DB-82BF-88E1-5F028183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6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918A-F5E3-D386-DF47-22496C70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85A5-21E0-7D49-D2D5-169D946A6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C719E-F0D2-ECD0-7F8E-D1E7DB7FC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D539B-27BA-8E71-FBE6-75D37689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4CF6F-5288-B18A-BFE1-20E419AB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C1FF6-19B1-58D1-4580-0FFF5E6E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4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A347-93C3-6AFA-2810-B92CA648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7E5AE-1FEA-FEE5-1F30-E85F576D0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A148D-15B4-AA79-F1F6-F64FF49EA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13822-302F-4569-6567-7EEFFB44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27197-3BEF-9761-7A11-C8F8ED5D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EFD41-949A-428E-AACB-54967082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7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FB42-096C-46B3-124B-5A632D43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1FA5A-4BAD-A39D-155B-18D60ADCD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A2F66-44CF-6C8F-9AD7-9E91D90F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C11E-991B-9A19-CD9B-EEC6626C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5699F-4823-E38B-94C1-73CA714F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574519-AEDB-5A34-8CD1-A944B06D6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5BA85-119C-50B0-78FA-E6E203C69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26F98-EDB9-0EDA-011C-A6488211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EF9D-F684-38A0-8697-C04AC81E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A7E2E-4912-625D-4F18-DF5A26BA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1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DC6BB-25E9-218D-FAE8-2AED0C0B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29BD0-E00C-1AAF-B955-89E2FA960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A8238-8A2B-616B-C1BB-28511748D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BE8C2-4B84-46CB-8266-E0B3B05AF59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32100-868F-9B3C-E0EC-866CE065D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980DD-C126-1646-9A16-F007DA862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D8CF3-3592-46B3-97D4-7814318D4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31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7B05-7A6D-256C-6A9C-9D9C681A5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2E6D1-71A4-A166-5324-DB19CF296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857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FA8494-D895-F1A4-15C6-4BFDF12F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192000" cy="681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60F0C-24D1-7309-1349-D0FCB1BA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77"/>
            <a:ext cx="12192000" cy="6817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E517ED-999C-290B-7829-8E94D7910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"/>
            <a:ext cx="12192000" cy="681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7B3E6B-81C5-71BC-D0E9-33062E31C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77"/>
            <a:ext cx="12192000" cy="681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BE8D-2117-B9F3-BEBA-DB093970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715E5-0F61-1408-F4AB-308D33207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C03EB-AFB9-41D7-0CC5-D6EA078B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6" y="0"/>
            <a:ext cx="12072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7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1101-356C-0CF9-5E03-3551371D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E5731-4FB8-3008-5E34-183824470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71A18-ACC9-F140-E4CB-89085F7F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18574"/>
            <a:ext cx="12155596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9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37AB-9EC0-25A8-D893-6D30C8A9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FAA6C-74D8-44EE-17DB-452BE54D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74F1B-4C37-C6D3-8C2B-46B5D9746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CE4C-6355-5D9A-FF1F-C71B4A01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8E36-0D39-8D57-5C43-9212E6458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0BDD9-536C-A82B-77CE-05AA34FC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2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B4AE-FF0B-E619-8827-5F1E0196A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C3850-B377-CD44-3D8B-E04ABBFC7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2FEC0-227E-D511-763D-A74366F2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4" y="0"/>
            <a:ext cx="12110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2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EE5E-4723-A0C7-2E2C-1811DD27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34657-B261-3D38-4136-D81B0D8E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EFA20-65F1-D2DE-EDB7-C3869713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19200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8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6F7E-6AAC-1D81-4B6B-35EF4051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9085-4F36-B3B0-5E27-F563BC86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A659B-CE34-2E46-D0B3-4FCBF3CB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2"/>
            <a:ext cx="12192000" cy="68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2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1CE2-C67E-33CF-ED38-86040002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A1CB5-3132-C5C8-9225-279B18684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007BE-9221-E3A4-FD84-C43B34D8F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50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FD0C-792F-9D20-B6B0-D66E3DCB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0457-30A2-6B0F-6F62-B9808523A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8F988-9C8E-F0D8-F6B2-61E04A6AD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40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5DE4-4AA5-9FF1-8BA0-DCD3A0F6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D04F9-1F80-9443-BFD6-B93D58E4F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6007E-0B91-32FF-08DC-63AE8C074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"/>
            <a:ext cx="12192000" cy="6829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821BD2-47C9-7F62-1BAF-06E1D8C9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9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9118-351E-7D66-3E45-DA5C8720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7C9A5-321F-0CA9-D878-CA735016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6378E-A230-FE09-C4CA-D25CD9F5F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80"/>
            <a:ext cx="12192000" cy="67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6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6F42-7D59-3DF3-B197-908D0714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C361-1AFD-444A-3BAD-A81FA1408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C68F9-CE31-E2FC-0571-9AAE1C8BF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2"/>
            <a:ext cx="12192000" cy="68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07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7083E-20E5-CE78-E36B-62786D853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60A85-C33E-AD85-3A43-E06B238C7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C19E7-0C1E-75EA-3940-B375C2BD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1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CC41-EBF2-82DD-086A-D8A6C472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403D-059F-327E-971B-00CFF8C4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7CDF6-4E8F-2285-30E1-662CFDAE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18574"/>
            <a:ext cx="12174649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26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B359-C3DE-7EF9-E8C7-5F37266F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3EF4F-BFC7-33CA-3D9C-D9B951E0D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BF8EB-ACD2-D1AC-D6B7-573CEB311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14"/>
            <a:ext cx="12192000" cy="681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9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C5DC-CE3F-06A5-5572-1FB8B876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8929-7087-7D49-CA53-932DF6D0D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2794B-EA28-99A4-B8C5-8A3C1633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6" y="0"/>
            <a:ext cx="12029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52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 Yadav</dc:creator>
  <cp:lastModifiedBy>SUJAL VERMA</cp:lastModifiedBy>
  <cp:revision>2</cp:revision>
  <dcterms:created xsi:type="dcterms:W3CDTF">2026-01-19T14:49:09Z</dcterms:created>
  <dcterms:modified xsi:type="dcterms:W3CDTF">2026-01-21T05:26:18Z</dcterms:modified>
</cp:coreProperties>
</file>
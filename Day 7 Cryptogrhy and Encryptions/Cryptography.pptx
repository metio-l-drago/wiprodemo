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9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099D-CD6A-9ABE-45C9-619600542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7DEEB-78E1-F608-53C3-C78C7F36F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273BE-A59D-CDC3-CAD1-DFE506917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FA6C-DD2E-4193-82B3-870B0BE00B0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BF851-78E5-D720-3B61-549ECFCA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9AB42-84CC-CC10-23C4-B4766D5DA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26571-398D-4DB6-B765-103A24C54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30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8ED5-2571-DF75-4E6D-EEBD2F650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F7C09-4C83-F897-D867-509934EE2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E12E5-655C-D20C-4E8D-DD172BC59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FA6C-DD2E-4193-82B3-870B0BE00B0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6C1EA-5D6C-75FB-4184-AD9888A3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65709-7E90-28B6-6899-5BDA2158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26571-398D-4DB6-B765-103A24C54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620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2680-6C3D-4683-B189-C9FC73CC4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25820-B9FD-205F-D294-4F6FCCEA9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0FF7E-9445-1E86-D8F7-559FB9FAA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FA6C-DD2E-4193-82B3-870B0BE00B0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6DAF5-E7CD-AE73-4CCE-5D896541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6F58B-A0CD-90F3-6D93-371B758E8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26571-398D-4DB6-B765-103A24C54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28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75F3-DC82-2FA0-FC75-B89DB0D23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15ABB-AAEC-24DB-DF6B-5FA8A1B7B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6E6FB-0057-A7ED-C332-CD8E2795F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A595F-D661-0F74-E9FA-3D84AF8F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FA6C-DD2E-4193-82B3-870B0BE00B0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C991A-DF84-D029-DAC2-9B1365108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CDB29-EB7F-E61E-7663-2749FF243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26571-398D-4DB6-B765-103A24C54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09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BC21F-3CDA-1AF1-98F1-0D39E989E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13860-2557-E1F8-0D83-DC1583342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798CD-D9E2-D96D-E66E-5AC55B00E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0E25C1-682A-27BD-4746-B14F096C1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14BB87-5B8A-8ACC-4BAE-CAB781E890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822CCD-BCDF-7E8B-A79E-92F8178E7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FA6C-DD2E-4193-82B3-870B0BE00B0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A4784B-9CDF-5634-3AB1-6BA5E631C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77F10A-BF22-9908-192A-DE3881A48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26571-398D-4DB6-B765-103A24C54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745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D296-3BDA-5E02-2608-FE2FBA6F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DE0A2-7A65-FF40-E32E-97B87EBC9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FA6C-DD2E-4193-82B3-870B0BE00B0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4E81F4-70BD-DE17-57DA-3768AD4D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53993-5F85-C37E-7FD8-04941419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26571-398D-4DB6-B765-103A24C54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06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76B396-B37C-75CA-CD72-4720CEBA7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FA6C-DD2E-4193-82B3-870B0BE00B0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175F48-7B8B-4DD7-0208-9D9B62ACB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D294F-6A64-4982-F5C0-B92147ED0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26571-398D-4DB6-B765-103A24C54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408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E8AD-10AA-7382-9147-FCDD906B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E35CC-9DBC-D8C7-D822-AD223F6B7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51DBF-8D44-1798-BA47-F8B4218B0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4F008-4318-8D2C-C860-6E122A315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FA6C-DD2E-4193-82B3-870B0BE00B0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ACC14-6AC1-57BC-F626-9461226BB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BF4BC-7587-3FC4-AADC-8C72FC02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26571-398D-4DB6-B765-103A24C54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081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2917E-B6FC-87C8-705A-DC07C381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A669FD-544C-AB77-FCE7-E9AFB5DFD5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50B30-F522-F3F0-9B5A-CFCE28F8F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573A4-3B0F-B376-CAB3-C5469A9C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FA6C-DD2E-4193-82B3-870B0BE00B0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37115-63D4-1181-70D6-CBE547CA2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D5D64-09C7-00A4-782B-193AB3AD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26571-398D-4DB6-B765-103A24C54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08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8B95F-57D5-D3A3-E350-7D888D6B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11A51-FBC7-DB90-0AFB-BFD00DCA8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D8B96-D460-9022-CD26-125C2053B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FA6C-DD2E-4193-82B3-870B0BE00B0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B5B9B-D4D8-2933-B971-9F1CF159D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265CD-B75A-851D-656B-F4932714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26571-398D-4DB6-B765-103A24C54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49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D284BF-B64B-14DD-3393-67B1CA145E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43470-0A7E-C8F5-BE42-253FF4892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A8BF4-E2B5-2FFC-9CC7-A0F5B1F48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FA6C-DD2E-4193-82B3-870B0BE00B0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618CD-32E8-BD92-7D6D-98316376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DD424-3BAF-8322-57A7-E3D38D1C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26571-398D-4DB6-B765-103A24C54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93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004FC-2219-C0C4-DA65-8622BA3A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534F9-2022-4275-D207-A349B9BB1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6D9F3-64F7-5C65-16DF-6D876EEEC1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DFA6C-DD2E-4193-82B3-870B0BE00B0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A614A-6D26-6A78-E3C5-367BD514C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45710-634C-A85E-B787-EBFD62844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26571-398D-4DB6-B765-103A24C54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557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DC563-0CAF-D926-FA76-1E9CD4274D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FC948-D37C-E4E7-C0CA-3253DFCEF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9E8AB0-0EA4-0D55-B1C8-17558AD37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2192000" cy="683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507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34662-67F1-EC7F-B05E-D7E96F3CD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CC819-8F76-3E28-F75D-1C206F6C4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653EF6F-AA2A-9C48-D1CA-AE42EEA04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0"/>
            <a:ext cx="1217453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53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9C6A-B891-5E32-7A99-C1CBEF79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D7921-59AC-9436-6E13-F1B5BF1BA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A679A75-58E9-254C-46C4-427257624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13"/>
            <a:ext cx="12192000" cy="681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41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2DC93-700D-28B3-3D03-9993993E3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B01A8-3F97-D006-DDA9-1BB804019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7B480477-CF7D-1510-A0A6-12748C0DA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13"/>
            <a:ext cx="12192000" cy="6808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393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E1DA2-8EB2-69E8-B228-DDF4EB5F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63890-83CF-9CB2-AE00-DF40F2C58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195C709-BCFD-3D4D-CC1E-7B0CC96B9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8" y="0"/>
            <a:ext cx="116046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327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0A99-9AFA-7C11-24FD-CA7921F0E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045F8-A072-88B0-372E-1F88566B4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22455AB-3C6C-47D8-88A8-32541334E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"/>
            <a:ext cx="12192000" cy="6780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822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SUJAL VERMA</dc:creator>
  <cp:lastModifiedBy>SUJAL VERMA</cp:lastModifiedBy>
  <cp:revision>1</cp:revision>
  <dcterms:created xsi:type="dcterms:W3CDTF">2026-01-21T04:26:10Z</dcterms:created>
  <dcterms:modified xsi:type="dcterms:W3CDTF">2026-01-21T04:28:33Z</dcterms:modified>
</cp:coreProperties>
</file>
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 Yadav" userId="8caa9bbed8e7a383" providerId="LiveId" clId="{B6195C19-FA41-4D51-A7C3-BC19CAAC1FFA}"/>
    <pc:docChg chg="undo custSel addSld delSld modSld">
      <pc:chgData name="Naveen Yadav" userId="8caa9bbed8e7a383" providerId="LiveId" clId="{B6195C19-FA41-4D51-A7C3-BC19CAAC1FFA}" dt="2026-01-22T11:16:59.899" v="107" actId="22"/>
      <pc:docMkLst>
        <pc:docMk/>
      </pc:docMkLst>
      <pc:sldChg chg="del">
        <pc:chgData name="Naveen Yadav" userId="8caa9bbed8e7a383" providerId="LiveId" clId="{B6195C19-FA41-4D51-A7C3-BC19CAAC1FFA}" dt="2026-01-22T11:07:07.584" v="16" actId="47"/>
        <pc:sldMkLst>
          <pc:docMk/>
          <pc:sldMk cId="0" sldId="256"/>
        </pc:sldMkLst>
      </pc:sldChg>
      <pc:sldChg chg="modSp del mod">
        <pc:chgData name="Naveen Yadav" userId="8caa9bbed8e7a383" providerId="LiveId" clId="{B6195C19-FA41-4D51-A7C3-BC19CAAC1FFA}" dt="2026-01-22T11:07:14.323" v="19" actId="47"/>
        <pc:sldMkLst>
          <pc:docMk/>
          <pc:sldMk cId="0" sldId="257"/>
        </pc:sldMkLst>
        <pc:spChg chg="mod">
          <ac:chgData name="Naveen Yadav" userId="8caa9bbed8e7a383" providerId="LiveId" clId="{B6195C19-FA41-4D51-A7C3-BC19CAAC1FFA}" dt="2026-01-22T10:59:23.246" v="15" actId="20577"/>
          <ac:spMkLst>
            <pc:docMk/>
            <pc:sldMk cId="0" sldId="257"/>
            <ac:spMk id="44" creationId="{00000000-0000-0000-0000-000000000000}"/>
          </ac:spMkLst>
        </pc:spChg>
      </pc:sldChg>
      <pc:sldChg chg="del">
        <pc:chgData name="Naveen Yadav" userId="8caa9bbed8e7a383" providerId="LiveId" clId="{B6195C19-FA41-4D51-A7C3-BC19CAAC1FFA}" dt="2026-01-22T11:07:50.027" v="22" actId="47"/>
        <pc:sldMkLst>
          <pc:docMk/>
          <pc:sldMk cId="0" sldId="258"/>
        </pc:sldMkLst>
      </pc:sldChg>
      <pc:sldChg chg="del">
        <pc:chgData name="Naveen Yadav" userId="8caa9bbed8e7a383" providerId="LiveId" clId="{B6195C19-FA41-4D51-A7C3-BC19CAAC1FFA}" dt="2026-01-22T11:09:54.399" v="31" actId="47"/>
        <pc:sldMkLst>
          <pc:docMk/>
          <pc:sldMk cId="0" sldId="259"/>
        </pc:sldMkLst>
      </pc:sldChg>
      <pc:sldChg chg="del">
        <pc:chgData name="Naveen Yadav" userId="8caa9bbed8e7a383" providerId="LiveId" clId="{B6195C19-FA41-4D51-A7C3-BC19CAAC1FFA}" dt="2026-01-22T11:10:06.845" v="32" actId="47"/>
        <pc:sldMkLst>
          <pc:docMk/>
          <pc:sldMk cId="0" sldId="260"/>
        </pc:sldMkLst>
      </pc:sldChg>
      <pc:sldChg chg="del">
        <pc:chgData name="Naveen Yadav" userId="8caa9bbed8e7a383" providerId="LiveId" clId="{B6195C19-FA41-4D51-A7C3-BC19CAAC1FFA}" dt="2026-01-22T11:10:14.215" v="33" actId="47"/>
        <pc:sldMkLst>
          <pc:docMk/>
          <pc:sldMk cId="0" sldId="261"/>
        </pc:sldMkLst>
      </pc:sldChg>
      <pc:sldChg chg="del">
        <pc:chgData name="Naveen Yadav" userId="8caa9bbed8e7a383" providerId="LiveId" clId="{B6195C19-FA41-4D51-A7C3-BC19CAAC1FFA}" dt="2026-01-22T11:10:16.492" v="34" actId="47"/>
        <pc:sldMkLst>
          <pc:docMk/>
          <pc:sldMk cId="0" sldId="262"/>
        </pc:sldMkLst>
      </pc:sldChg>
      <pc:sldChg chg="del">
        <pc:chgData name="Naveen Yadav" userId="8caa9bbed8e7a383" providerId="LiveId" clId="{B6195C19-FA41-4D51-A7C3-BC19CAAC1FFA}" dt="2026-01-22T11:10:16.818" v="35" actId="47"/>
        <pc:sldMkLst>
          <pc:docMk/>
          <pc:sldMk cId="0" sldId="263"/>
        </pc:sldMkLst>
      </pc:sldChg>
      <pc:sldChg chg="del">
        <pc:chgData name="Naveen Yadav" userId="8caa9bbed8e7a383" providerId="LiveId" clId="{B6195C19-FA41-4D51-A7C3-BC19CAAC1FFA}" dt="2026-01-22T11:10:17.094" v="36" actId="47"/>
        <pc:sldMkLst>
          <pc:docMk/>
          <pc:sldMk cId="0" sldId="264"/>
        </pc:sldMkLst>
      </pc:sldChg>
      <pc:sldChg chg="del">
        <pc:chgData name="Naveen Yadav" userId="8caa9bbed8e7a383" providerId="LiveId" clId="{B6195C19-FA41-4D51-A7C3-BC19CAAC1FFA}" dt="2026-01-22T11:10:17.378" v="37" actId="47"/>
        <pc:sldMkLst>
          <pc:docMk/>
          <pc:sldMk cId="0" sldId="265"/>
        </pc:sldMkLst>
      </pc:sldChg>
      <pc:sldChg chg="del">
        <pc:chgData name="Naveen Yadav" userId="8caa9bbed8e7a383" providerId="LiveId" clId="{B6195C19-FA41-4D51-A7C3-BC19CAAC1FFA}" dt="2026-01-22T11:10:17.611" v="38" actId="47"/>
        <pc:sldMkLst>
          <pc:docMk/>
          <pc:sldMk cId="0" sldId="266"/>
        </pc:sldMkLst>
      </pc:sldChg>
      <pc:sldChg chg="del">
        <pc:chgData name="Naveen Yadav" userId="8caa9bbed8e7a383" providerId="LiveId" clId="{B6195C19-FA41-4D51-A7C3-BC19CAAC1FFA}" dt="2026-01-22T11:10:17.816" v="39" actId="47"/>
        <pc:sldMkLst>
          <pc:docMk/>
          <pc:sldMk cId="0" sldId="267"/>
        </pc:sldMkLst>
      </pc:sldChg>
      <pc:sldChg chg="del">
        <pc:chgData name="Naveen Yadav" userId="8caa9bbed8e7a383" providerId="LiveId" clId="{B6195C19-FA41-4D51-A7C3-BC19CAAC1FFA}" dt="2026-01-22T11:10:17.988" v="40" actId="47"/>
        <pc:sldMkLst>
          <pc:docMk/>
          <pc:sldMk cId="0" sldId="268"/>
        </pc:sldMkLst>
      </pc:sldChg>
      <pc:sldChg chg="del">
        <pc:chgData name="Naveen Yadav" userId="8caa9bbed8e7a383" providerId="LiveId" clId="{B6195C19-FA41-4D51-A7C3-BC19CAAC1FFA}" dt="2026-01-22T11:10:18.262" v="41" actId="47"/>
        <pc:sldMkLst>
          <pc:docMk/>
          <pc:sldMk cId="0" sldId="269"/>
        </pc:sldMkLst>
      </pc:sldChg>
      <pc:sldChg chg="del">
        <pc:chgData name="Naveen Yadav" userId="8caa9bbed8e7a383" providerId="LiveId" clId="{B6195C19-FA41-4D51-A7C3-BC19CAAC1FFA}" dt="2026-01-22T11:10:18.611" v="42" actId="47"/>
        <pc:sldMkLst>
          <pc:docMk/>
          <pc:sldMk cId="0" sldId="270"/>
        </pc:sldMkLst>
      </pc:sldChg>
      <pc:sldChg chg="del">
        <pc:chgData name="Naveen Yadav" userId="8caa9bbed8e7a383" providerId="LiveId" clId="{B6195C19-FA41-4D51-A7C3-BC19CAAC1FFA}" dt="2026-01-22T11:10:18.934" v="43" actId="47"/>
        <pc:sldMkLst>
          <pc:docMk/>
          <pc:sldMk cId="0" sldId="271"/>
        </pc:sldMkLst>
      </pc:sldChg>
      <pc:sldChg chg="del">
        <pc:chgData name="Naveen Yadav" userId="8caa9bbed8e7a383" providerId="LiveId" clId="{B6195C19-FA41-4D51-A7C3-BC19CAAC1FFA}" dt="2026-01-22T11:10:19.215" v="44" actId="47"/>
        <pc:sldMkLst>
          <pc:docMk/>
          <pc:sldMk cId="0" sldId="272"/>
        </pc:sldMkLst>
      </pc:sldChg>
      <pc:sldChg chg="del">
        <pc:chgData name="Naveen Yadav" userId="8caa9bbed8e7a383" providerId="LiveId" clId="{B6195C19-FA41-4D51-A7C3-BC19CAAC1FFA}" dt="2026-01-22T11:10:19.410" v="45" actId="47"/>
        <pc:sldMkLst>
          <pc:docMk/>
          <pc:sldMk cId="0" sldId="273"/>
        </pc:sldMkLst>
      </pc:sldChg>
      <pc:sldChg chg="del">
        <pc:chgData name="Naveen Yadav" userId="8caa9bbed8e7a383" providerId="LiveId" clId="{B6195C19-FA41-4D51-A7C3-BC19CAAC1FFA}" dt="2026-01-22T11:10:19.603" v="46" actId="47"/>
        <pc:sldMkLst>
          <pc:docMk/>
          <pc:sldMk cId="0" sldId="274"/>
        </pc:sldMkLst>
      </pc:sldChg>
      <pc:sldChg chg="del">
        <pc:chgData name="Naveen Yadav" userId="8caa9bbed8e7a383" providerId="LiveId" clId="{B6195C19-FA41-4D51-A7C3-BC19CAAC1FFA}" dt="2026-01-22T11:10:19.841" v="47" actId="47"/>
        <pc:sldMkLst>
          <pc:docMk/>
          <pc:sldMk cId="0" sldId="275"/>
        </pc:sldMkLst>
      </pc:sldChg>
      <pc:sldChg chg="del">
        <pc:chgData name="Naveen Yadav" userId="8caa9bbed8e7a383" providerId="LiveId" clId="{B6195C19-FA41-4D51-A7C3-BC19CAAC1FFA}" dt="2026-01-22T11:10:20.094" v="48" actId="47"/>
        <pc:sldMkLst>
          <pc:docMk/>
          <pc:sldMk cId="0" sldId="276"/>
        </pc:sldMkLst>
      </pc:sldChg>
      <pc:sldChg chg="del">
        <pc:chgData name="Naveen Yadav" userId="8caa9bbed8e7a383" providerId="LiveId" clId="{B6195C19-FA41-4D51-A7C3-BC19CAAC1FFA}" dt="2026-01-22T11:10:20.326" v="49" actId="47"/>
        <pc:sldMkLst>
          <pc:docMk/>
          <pc:sldMk cId="0" sldId="277"/>
        </pc:sldMkLst>
      </pc:sldChg>
      <pc:sldChg chg="del">
        <pc:chgData name="Naveen Yadav" userId="8caa9bbed8e7a383" providerId="LiveId" clId="{B6195C19-FA41-4D51-A7C3-BC19CAAC1FFA}" dt="2026-01-22T11:10:20.659" v="50" actId="47"/>
        <pc:sldMkLst>
          <pc:docMk/>
          <pc:sldMk cId="0" sldId="278"/>
        </pc:sldMkLst>
      </pc:sldChg>
      <pc:sldChg chg="del">
        <pc:chgData name="Naveen Yadav" userId="8caa9bbed8e7a383" providerId="LiveId" clId="{B6195C19-FA41-4D51-A7C3-BC19CAAC1FFA}" dt="2026-01-22T11:10:20.903" v="51" actId="47"/>
        <pc:sldMkLst>
          <pc:docMk/>
          <pc:sldMk cId="0" sldId="279"/>
        </pc:sldMkLst>
      </pc:sldChg>
      <pc:sldChg chg="del">
        <pc:chgData name="Naveen Yadav" userId="8caa9bbed8e7a383" providerId="LiveId" clId="{B6195C19-FA41-4D51-A7C3-BC19CAAC1FFA}" dt="2026-01-22T11:10:21.058" v="52" actId="47"/>
        <pc:sldMkLst>
          <pc:docMk/>
          <pc:sldMk cId="0" sldId="280"/>
        </pc:sldMkLst>
      </pc:sldChg>
      <pc:sldChg chg="del">
        <pc:chgData name="Naveen Yadav" userId="8caa9bbed8e7a383" providerId="LiveId" clId="{B6195C19-FA41-4D51-A7C3-BC19CAAC1FFA}" dt="2026-01-22T11:10:21.097" v="53" actId="47"/>
        <pc:sldMkLst>
          <pc:docMk/>
          <pc:sldMk cId="0" sldId="281"/>
        </pc:sldMkLst>
      </pc:sldChg>
      <pc:sldChg chg="addSp new add del mod">
        <pc:chgData name="Naveen Yadav" userId="8caa9bbed8e7a383" providerId="LiveId" clId="{B6195C19-FA41-4D51-A7C3-BC19CAAC1FFA}" dt="2026-01-22T11:10:23.954" v="60" actId="47"/>
        <pc:sldMkLst>
          <pc:docMk/>
          <pc:sldMk cId="1822696682" sldId="282"/>
        </pc:sldMkLst>
        <pc:picChg chg="add">
          <ac:chgData name="Naveen Yadav" userId="8caa9bbed8e7a383" providerId="LiveId" clId="{B6195C19-FA41-4D51-A7C3-BC19CAAC1FFA}" dt="2026-01-22T11:07:11.820" v="18" actId="22"/>
          <ac:picMkLst>
            <pc:docMk/>
            <pc:sldMk cId="1822696682" sldId="282"/>
            <ac:picMk id="3" creationId="{B678ABFD-13B8-B5F9-3F8C-22400C13570B}"/>
          </ac:picMkLst>
        </pc:picChg>
      </pc:sldChg>
      <pc:sldChg chg="addSp new add del mod">
        <pc:chgData name="Naveen Yadav" userId="8caa9bbed8e7a383" providerId="LiveId" clId="{B6195C19-FA41-4D51-A7C3-BC19CAAC1FFA}" dt="2026-01-22T11:10:25.447" v="61" actId="47"/>
        <pc:sldMkLst>
          <pc:docMk/>
          <pc:sldMk cId="4173390551" sldId="283"/>
        </pc:sldMkLst>
        <pc:picChg chg="add">
          <ac:chgData name="Naveen Yadav" userId="8caa9bbed8e7a383" providerId="LiveId" clId="{B6195C19-FA41-4D51-A7C3-BC19CAAC1FFA}" dt="2026-01-22T11:07:47.145" v="21" actId="22"/>
          <ac:picMkLst>
            <pc:docMk/>
            <pc:sldMk cId="4173390551" sldId="283"/>
            <ac:picMk id="3" creationId="{1E7BB1F9-57D7-711D-6094-2BC9B3B9CECC}"/>
          </ac:picMkLst>
        </pc:picChg>
      </pc:sldChg>
      <pc:sldChg chg="addSp new add del mod">
        <pc:chgData name="Naveen Yadav" userId="8caa9bbed8e7a383" providerId="LiveId" clId="{B6195C19-FA41-4D51-A7C3-BC19CAAC1FFA}" dt="2026-01-22T11:10:25.916" v="62" actId="47"/>
        <pc:sldMkLst>
          <pc:docMk/>
          <pc:sldMk cId="2880849017" sldId="284"/>
        </pc:sldMkLst>
        <pc:picChg chg="add">
          <ac:chgData name="Naveen Yadav" userId="8caa9bbed8e7a383" providerId="LiveId" clId="{B6195C19-FA41-4D51-A7C3-BC19CAAC1FFA}" dt="2026-01-22T11:08:17.662" v="24" actId="22"/>
          <ac:picMkLst>
            <pc:docMk/>
            <pc:sldMk cId="2880849017" sldId="284"/>
            <ac:picMk id="3" creationId="{20D80851-EE8D-3331-7524-C8CE347A39ED}"/>
          </ac:picMkLst>
        </pc:picChg>
      </pc:sldChg>
      <pc:sldChg chg="addSp new add del mod">
        <pc:chgData name="Naveen Yadav" userId="8caa9bbed8e7a383" providerId="LiveId" clId="{B6195C19-FA41-4D51-A7C3-BC19CAAC1FFA}" dt="2026-01-22T11:10:26.269" v="63" actId="47"/>
        <pc:sldMkLst>
          <pc:docMk/>
          <pc:sldMk cId="189510781" sldId="285"/>
        </pc:sldMkLst>
        <pc:picChg chg="add">
          <ac:chgData name="Naveen Yadav" userId="8caa9bbed8e7a383" providerId="LiveId" clId="{B6195C19-FA41-4D51-A7C3-BC19CAAC1FFA}" dt="2026-01-22T11:08:45.298" v="26" actId="22"/>
          <ac:picMkLst>
            <pc:docMk/>
            <pc:sldMk cId="189510781" sldId="285"/>
            <ac:picMk id="3" creationId="{CE9E7F24-F691-286D-7757-5A07B33EDE85}"/>
          </ac:picMkLst>
        </pc:picChg>
      </pc:sldChg>
      <pc:sldChg chg="addSp new add del mod">
        <pc:chgData name="Naveen Yadav" userId="8caa9bbed8e7a383" providerId="LiveId" clId="{B6195C19-FA41-4D51-A7C3-BC19CAAC1FFA}" dt="2026-01-22T11:10:26.693" v="64" actId="47"/>
        <pc:sldMkLst>
          <pc:docMk/>
          <pc:sldMk cId="2371960710" sldId="286"/>
        </pc:sldMkLst>
        <pc:picChg chg="add">
          <ac:chgData name="Naveen Yadav" userId="8caa9bbed8e7a383" providerId="LiveId" clId="{B6195C19-FA41-4D51-A7C3-BC19CAAC1FFA}" dt="2026-01-22T11:09:11.395" v="28" actId="22"/>
          <ac:picMkLst>
            <pc:docMk/>
            <pc:sldMk cId="2371960710" sldId="286"/>
            <ac:picMk id="3" creationId="{6BAC8FBB-C98C-62F8-51AC-BEB540591230}"/>
          </ac:picMkLst>
        </pc:picChg>
      </pc:sldChg>
      <pc:sldChg chg="addSp new add del mod">
        <pc:chgData name="Naveen Yadav" userId="8caa9bbed8e7a383" providerId="LiveId" clId="{B6195C19-FA41-4D51-A7C3-BC19CAAC1FFA}" dt="2026-01-22T11:10:27.849" v="65" actId="47"/>
        <pc:sldMkLst>
          <pc:docMk/>
          <pc:sldMk cId="479631119" sldId="287"/>
        </pc:sldMkLst>
        <pc:picChg chg="add">
          <ac:chgData name="Naveen Yadav" userId="8caa9bbed8e7a383" providerId="LiveId" clId="{B6195C19-FA41-4D51-A7C3-BC19CAAC1FFA}" dt="2026-01-22T11:09:34.248" v="30" actId="22"/>
          <ac:picMkLst>
            <pc:docMk/>
            <pc:sldMk cId="479631119" sldId="287"/>
            <ac:picMk id="3" creationId="{16CA54D5-302A-A588-693E-76CEB5119A27}"/>
          </ac:picMkLst>
        </pc:picChg>
      </pc:sldChg>
      <pc:sldChg chg="addSp new mod">
        <pc:chgData name="Naveen Yadav" userId="8caa9bbed8e7a383" providerId="LiveId" clId="{B6195C19-FA41-4D51-A7C3-BC19CAAC1FFA}" dt="2026-01-22T11:10:48.457" v="67" actId="22"/>
        <pc:sldMkLst>
          <pc:docMk/>
          <pc:sldMk cId="3378627286" sldId="288"/>
        </pc:sldMkLst>
        <pc:picChg chg="add">
          <ac:chgData name="Naveen Yadav" userId="8caa9bbed8e7a383" providerId="LiveId" clId="{B6195C19-FA41-4D51-A7C3-BC19CAAC1FFA}" dt="2026-01-22T11:10:48.457" v="67" actId="22"/>
          <ac:picMkLst>
            <pc:docMk/>
            <pc:sldMk cId="3378627286" sldId="288"/>
            <ac:picMk id="3" creationId="{0C2E961A-2FC0-0951-D0C3-10F01A581B02}"/>
          </ac:picMkLst>
        </pc:picChg>
      </pc:sldChg>
      <pc:sldChg chg="addSp new mod">
        <pc:chgData name="Naveen Yadav" userId="8caa9bbed8e7a383" providerId="LiveId" clId="{B6195C19-FA41-4D51-A7C3-BC19CAAC1FFA}" dt="2026-01-22T11:11:16.304" v="87" actId="22"/>
        <pc:sldMkLst>
          <pc:docMk/>
          <pc:sldMk cId="2411509904" sldId="289"/>
        </pc:sldMkLst>
        <pc:picChg chg="add">
          <ac:chgData name="Naveen Yadav" userId="8caa9bbed8e7a383" providerId="LiveId" clId="{B6195C19-FA41-4D51-A7C3-BC19CAAC1FFA}" dt="2026-01-22T11:11:16.304" v="87" actId="22"/>
          <ac:picMkLst>
            <pc:docMk/>
            <pc:sldMk cId="2411509904" sldId="289"/>
            <ac:picMk id="3" creationId="{DDD3CEC7-5CCB-F8E5-27BC-DB68DA260567}"/>
          </ac:picMkLst>
        </pc:picChg>
      </pc:sldChg>
      <pc:sldChg chg="addSp new mod">
        <pc:chgData name="Naveen Yadav" userId="8caa9bbed8e7a383" providerId="LiveId" clId="{B6195C19-FA41-4D51-A7C3-BC19CAAC1FFA}" dt="2026-01-22T11:11:32.928" v="88" actId="22"/>
        <pc:sldMkLst>
          <pc:docMk/>
          <pc:sldMk cId="4146834098" sldId="290"/>
        </pc:sldMkLst>
        <pc:picChg chg="add">
          <ac:chgData name="Naveen Yadav" userId="8caa9bbed8e7a383" providerId="LiveId" clId="{B6195C19-FA41-4D51-A7C3-BC19CAAC1FFA}" dt="2026-01-22T11:11:32.928" v="88" actId="22"/>
          <ac:picMkLst>
            <pc:docMk/>
            <pc:sldMk cId="4146834098" sldId="290"/>
            <ac:picMk id="3" creationId="{D0FD73E3-022D-E2B3-E6FA-C85E8745CE33}"/>
          </ac:picMkLst>
        </pc:picChg>
      </pc:sldChg>
      <pc:sldChg chg="addSp new mod">
        <pc:chgData name="Naveen Yadav" userId="8caa9bbed8e7a383" providerId="LiveId" clId="{B6195C19-FA41-4D51-A7C3-BC19CAAC1FFA}" dt="2026-01-22T11:11:49.586" v="89" actId="22"/>
        <pc:sldMkLst>
          <pc:docMk/>
          <pc:sldMk cId="1545203507" sldId="291"/>
        </pc:sldMkLst>
        <pc:picChg chg="add">
          <ac:chgData name="Naveen Yadav" userId="8caa9bbed8e7a383" providerId="LiveId" clId="{B6195C19-FA41-4D51-A7C3-BC19CAAC1FFA}" dt="2026-01-22T11:11:49.586" v="89" actId="22"/>
          <ac:picMkLst>
            <pc:docMk/>
            <pc:sldMk cId="1545203507" sldId="291"/>
            <ac:picMk id="3" creationId="{DCF0B3DC-388D-4ACB-D94C-78A698D8A83B}"/>
          </ac:picMkLst>
        </pc:picChg>
      </pc:sldChg>
      <pc:sldChg chg="addSp new mod">
        <pc:chgData name="Naveen Yadav" userId="8caa9bbed8e7a383" providerId="LiveId" clId="{B6195C19-FA41-4D51-A7C3-BC19CAAC1FFA}" dt="2026-01-22T11:12:05.893" v="90" actId="22"/>
        <pc:sldMkLst>
          <pc:docMk/>
          <pc:sldMk cId="2920807576" sldId="292"/>
        </pc:sldMkLst>
        <pc:picChg chg="add">
          <ac:chgData name="Naveen Yadav" userId="8caa9bbed8e7a383" providerId="LiveId" clId="{B6195C19-FA41-4D51-A7C3-BC19CAAC1FFA}" dt="2026-01-22T11:12:05.893" v="90" actId="22"/>
          <ac:picMkLst>
            <pc:docMk/>
            <pc:sldMk cId="2920807576" sldId="292"/>
            <ac:picMk id="3" creationId="{800DEAB2-10FC-D673-15CC-4426F1255080}"/>
          </ac:picMkLst>
        </pc:picChg>
      </pc:sldChg>
      <pc:sldChg chg="addSp new mod">
        <pc:chgData name="Naveen Yadav" userId="8caa9bbed8e7a383" providerId="LiveId" clId="{B6195C19-FA41-4D51-A7C3-BC19CAAC1FFA}" dt="2026-01-22T11:12:24.856" v="91" actId="22"/>
        <pc:sldMkLst>
          <pc:docMk/>
          <pc:sldMk cId="2323040714" sldId="293"/>
        </pc:sldMkLst>
        <pc:picChg chg="add">
          <ac:chgData name="Naveen Yadav" userId="8caa9bbed8e7a383" providerId="LiveId" clId="{B6195C19-FA41-4D51-A7C3-BC19CAAC1FFA}" dt="2026-01-22T11:12:24.856" v="91" actId="22"/>
          <ac:picMkLst>
            <pc:docMk/>
            <pc:sldMk cId="2323040714" sldId="293"/>
            <ac:picMk id="3" creationId="{0152ED01-57DC-90E1-8943-26931556B045}"/>
          </ac:picMkLst>
        </pc:picChg>
      </pc:sldChg>
      <pc:sldChg chg="addSp new mod">
        <pc:chgData name="Naveen Yadav" userId="8caa9bbed8e7a383" providerId="LiveId" clId="{B6195C19-FA41-4D51-A7C3-BC19CAAC1FFA}" dt="2026-01-22T11:12:44.400" v="92" actId="22"/>
        <pc:sldMkLst>
          <pc:docMk/>
          <pc:sldMk cId="3005161187" sldId="294"/>
        </pc:sldMkLst>
        <pc:picChg chg="add">
          <ac:chgData name="Naveen Yadav" userId="8caa9bbed8e7a383" providerId="LiveId" clId="{B6195C19-FA41-4D51-A7C3-BC19CAAC1FFA}" dt="2026-01-22T11:12:44.400" v="92" actId="22"/>
          <ac:picMkLst>
            <pc:docMk/>
            <pc:sldMk cId="3005161187" sldId="294"/>
            <ac:picMk id="3" creationId="{75ADE744-5858-EFCC-B773-A9DB24B1F89E}"/>
          </ac:picMkLst>
        </pc:picChg>
      </pc:sldChg>
      <pc:sldChg chg="addSp new mod">
        <pc:chgData name="Naveen Yadav" userId="8caa9bbed8e7a383" providerId="LiveId" clId="{B6195C19-FA41-4D51-A7C3-BC19CAAC1FFA}" dt="2026-01-22T11:13:04.104" v="93" actId="22"/>
        <pc:sldMkLst>
          <pc:docMk/>
          <pc:sldMk cId="81205160" sldId="295"/>
        </pc:sldMkLst>
        <pc:picChg chg="add">
          <ac:chgData name="Naveen Yadav" userId="8caa9bbed8e7a383" providerId="LiveId" clId="{B6195C19-FA41-4D51-A7C3-BC19CAAC1FFA}" dt="2026-01-22T11:13:04.104" v="93" actId="22"/>
          <ac:picMkLst>
            <pc:docMk/>
            <pc:sldMk cId="81205160" sldId="295"/>
            <ac:picMk id="3" creationId="{9DE6010A-906C-DB18-473C-3E63E4CBF6B7}"/>
          </ac:picMkLst>
        </pc:picChg>
      </pc:sldChg>
      <pc:sldChg chg="addSp new mod">
        <pc:chgData name="Naveen Yadav" userId="8caa9bbed8e7a383" providerId="LiveId" clId="{B6195C19-FA41-4D51-A7C3-BC19CAAC1FFA}" dt="2026-01-22T11:13:21.155" v="94" actId="22"/>
        <pc:sldMkLst>
          <pc:docMk/>
          <pc:sldMk cId="2336208004" sldId="296"/>
        </pc:sldMkLst>
        <pc:picChg chg="add">
          <ac:chgData name="Naveen Yadav" userId="8caa9bbed8e7a383" providerId="LiveId" clId="{B6195C19-FA41-4D51-A7C3-BC19CAAC1FFA}" dt="2026-01-22T11:13:21.155" v="94" actId="22"/>
          <ac:picMkLst>
            <pc:docMk/>
            <pc:sldMk cId="2336208004" sldId="296"/>
            <ac:picMk id="3" creationId="{B54D5F19-575E-F238-4FE9-69C8CFFAE62B}"/>
          </ac:picMkLst>
        </pc:picChg>
      </pc:sldChg>
      <pc:sldChg chg="addSp new mod">
        <pc:chgData name="Naveen Yadav" userId="8caa9bbed8e7a383" providerId="LiveId" clId="{B6195C19-FA41-4D51-A7C3-BC19CAAC1FFA}" dt="2026-01-22T11:13:44.020" v="95" actId="22"/>
        <pc:sldMkLst>
          <pc:docMk/>
          <pc:sldMk cId="2024127082" sldId="297"/>
        </pc:sldMkLst>
        <pc:picChg chg="add">
          <ac:chgData name="Naveen Yadav" userId="8caa9bbed8e7a383" providerId="LiveId" clId="{B6195C19-FA41-4D51-A7C3-BC19CAAC1FFA}" dt="2026-01-22T11:13:44.020" v="95" actId="22"/>
          <ac:picMkLst>
            <pc:docMk/>
            <pc:sldMk cId="2024127082" sldId="297"/>
            <ac:picMk id="3" creationId="{203BB7FB-C46F-338A-6533-4B2CE9360A06}"/>
          </ac:picMkLst>
        </pc:picChg>
      </pc:sldChg>
      <pc:sldChg chg="addSp new mod">
        <pc:chgData name="Naveen Yadav" userId="8caa9bbed8e7a383" providerId="LiveId" clId="{B6195C19-FA41-4D51-A7C3-BC19CAAC1FFA}" dt="2026-01-22T11:14:04.635" v="96" actId="22"/>
        <pc:sldMkLst>
          <pc:docMk/>
          <pc:sldMk cId="3867165487" sldId="298"/>
        </pc:sldMkLst>
        <pc:picChg chg="add">
          <ac:chgData name="Naveen Yadav" userId="8caa9bbed8e7a383" providerId="LiveId" clId="{B6195C19-FA41-4D51-A7C3-BC19CAAC1FFA}" dt="2026-01-22T11:14:04.635" v="96" actId="22"/>
          <ac:picMkLst>
            <pc:docMk/>
            <pc:sldMk cId="3867165487" sldId="298"/>
            <ac:picMk id="3" creationId="{40CC74F5-966A-D441-AFE6-C2CA72232DA1}"/>
          </ac:picMkLst>
        </pc:picChg>
      </pc:sldChg>
      <pc:sldChg chg="addSp new mod">
        <pc:chgData name="Naveen Yadav" userId="8caa9bbed8e7a383" providerId="LiveId" clId="{B6195C19-FA41-4D51-A7C3-BC19CAAC1FFA}" dt="2026-01-22T11:14:22.198" v="97" actId="22"/>
        <pc:sldMkLst>
          <pc:docMk/>
          <pc:sldMk cId="491672905" sldId="299"/>
        </pc:sldMkLst>
        <pc:picChg chg="add">
          <ac:chgData name="Naveen Yadav" userId="8caa9bbed8e7a383" providerId="LiveId" clId="{B6195C19-FA41-4D51-A7C3-BC19CAAC1FFA}" dt="2026-01-22T11:14:22.198" v="97" actId="22"/>
          <ac:picMkLst>
            <pc:docMk/>
            <pc:sldMk cId="491672905" sldId="299"/>
            <ac:picMk id="3" creationId="{26D77A12-F169-77B8-C77D-B91E62C79A72}"/>
          </ac:picMkLst>
        </pc:picChg>
      </pc:sldChg>
      <pc:sldChg chg="addSp new mod">
        <pc:chgData name="Naveen Yadav" userId="8caa9bbed8e7a383" providerId="LiveId" clId="{B6195C19-FA41-4D51-A7C3-BC19CAAC1FFA}" dt="2026-01-22T11:14:38.431" v="98" actId="22"/>
        <pc:sldMkLst>
          <pc:docMk/>
          <pc:sldMk cId="2795586296" sldId="300"/>
        </pc:sldMkLst>
        <pc:picChg chg="add">
          <ac:chgData name="Naveen Yadav" userId="8caa9bbed8e7a383" providerId="LiveId" clId="{B6195C19-FA41-4D51-A7C3-BC19CAAC1FFA}" dt="2026-01-22T11:14:38.431" v="98" actId="22"/>
          <ac:picMkLst>
            <pc:docMk/>
            <pc:sldMk cId="2795586296" sldId="300"/>
            <ac:picMk id="3" creationId="{04D4AD24-1CE7-47ED-6379-8D9BFBD70FA3}"/>
          </ac:picMkLst>
        </pc:picChg>
      </pc:sldChg>
      <pc:sldChg chg="addSp new mod">
        <pc:chgData name="Naveen Yadav" userId="8caa9bbed8e7a383" providerId="LiveId" clId="{B6195C19-FA41-4D51-A7C3-BC19CAAC1FFA}" dt="2026-01-22T11:14:54.540" v="99" actId="22"/>
        <pc:sldMkLst>
          <pc:docMk/>
          <pc:sldMk cId="3485641989" sldId="301"/>
        </pc:sldMkLst>
        <pc:picChg chg="add">
          <ac:chgData name="Naveen Yadav" userId="8caa9bbed8e7a383" providerId="LiveId" clId="{B6195C19-FA41-4D51-A7C3-BC19CAAC1FFA}" dt="2026-01-22T11:14:54.540" v="99" actId="22"/>
          <ac:picMkLst>
            <pc:docMk/>
            <pc:sldMk cId="3485641989" sldId="301"/>
            <ac:picMk id="3" creationId="{F75023E6-615D-D302-B212-D1C64D55DCBF}"/>
          </ac:picMkLst>
        </pc:picChg>
      </pc:sldChg>
      <pc:sldChg chg="addSp new mod">
        <pc:chgData name="Naveen Yadav" userId="8caa9bbed8e7a383" providerId="LiveId" clId="{B6195C19-FA41-4D51-A7C3-BC19CAAC1FFA}" dt="2026-01-22T11:15:11.689" v="100" actId="22"/>
        <pc:sldMkLst>
          <pc:docMk/>
          <pc:sldMk cId="1740108181" sldId="302"/>
        </pc:sldMkLst>
        <pc:picChg chg="add">
          <ac:chgData name="Naveen Yadav" userId="8caa9bbed8e7a383" providerId="LiveId" clId="{B6195C19-FA41-4D51-A7C3-BC19CAAC1FFA}" dt="2026-01-22T11:15:11.689" v="100" actId="22"/>
          <ac:picMkLst>
            <pc:docMk/>
            <pc:sldMk cId="1740108181" sldId="302"/>
            <ac:picMk id="3" creationId="{D29BF2CB-3057-0C37-535E-88C8CD817471}"/>
          </ac:picMkLst>
        </pc:picChg>
      </pc:sldChg>
      <pc:sldChg chg="addSp new mod">
        <pc:chgData name="Naveen Yadav" userId="8caa9bbed8e7a383" providerId="LiveId" clId="{B6195C19-FA41-4D51-A7C3-BC19CAAC1FFA}" dt="2026-01-22T11:15:27.702" v="101" actId="22"/>
        <pc:sldMkLst>
          <pc:docMk/>
          <pc:sldMk cId="3965400754" sldId="303"/>
        </pc:sldMkLst>
        <pc:picChg chg="add">
          <ac:chgData name="Naveen Yadav" userId="8caa9bbed8e7a383" providerId="LiveId" clId="{B6195C19-FA41-4D51-A7C3-BC19CAAC1FFA}" dt="2026-01-22T11:15:27.702" v="101" actId="22"/>
          <ac:picMkLst>
            <pc:docMk/>
            <pc:sldMk cId="3965400754" sldId="303"/>
            <ac:picMk id="3" creationId="{C8F66220-E899-EAF6-1670-218E412B5C34}"/>
          </ac:picMkLst>
        </pc:picChg>
      </pc:sldChg>
      <pc:sldChg chg="addSp modSp new mod">
        <pc:chgData name="Naveen Yadav" userId="8caa9bbed8e7a383" providerId="LiveId" clId="{B6195C19-FA41-4D51-A7C3-BC19CAAC1FFA}" dt="2026-01-22T11:16:07.613" v="104" actId="14100"/>
        <pc:sldMkLst>
          <pc:docMk/>
          <pc:sldMk cId="2410482123" sldId="304"/>
        </pc:sldMkLst>
        <pc:picChg chg="add mod">
          <ac:chgData name="Naveen Yadav" userId="8caa9bbed8e7a383" providerId="LiveId" clId="{B6195C19-FA41-4D51-A7C3-BC19CAAC1FFA}" dt="2026-01-22T11:16:07.613" v="104" actId="14100"/>
          <ac:picMkLst>
            <pc:docMk/>
            <pc:sldMk cId="2410482123" sldId="304"/>
            <ac:picMk id="3" creationId="{A90C069A-2C41-7988-35CA-43B709942E62}"/>
          </ac:picMkLst>
        </pc:picChg>
      </pc:sldChg>
      <pc:sldChg chg="addSp new mod">
        <pc:chgData name="Naveen Yadav" userId="8caa9bbed8e7a383" providerId="LiveId" clId="{B6195C19-FA41-4D51-A7C3-BC19CAAC1FFA}" dt="2026-01-22T11:16:29.690" v="105" actId="22"/>
        <pc:sldMkLst>
          <pc:docMk/>
          <pc:sldMk cId="3695928800" sldId="305"/>
        </pc:sldMkLst>
        <pc:picChg chg="add">
          <ac:chgData name="Naveen Yadav" userId="8caa9bbed8e7a383" providerId="LiveId" clId="{B6195C19-FA41-4D51-A7C3-BC19CAAC1FFA}" dt="2026-01-22T11:16:29.690" v="105" actId="22"/>
          <ac:picMkLst>
            <pc:docMk/>
            <pc:sldMk cId="3695928800" sldId="305"/>
            <ac:picMk id="3" creationId="{81DDEA7F-07F3-FEF9-04DC-2003273FDC5E}"/>
          </ac:picMkLst>
        </pc:picChg>
      </pc:sldChg>
      <pc:sldChg chg="addSp new mod">
        <pc:chgData name="Naveen Yadav" userId="8caa9bbed8e7a383" providerId="LiveId" clId="{B6195C19-FA41-4D51-A7C3-BC19CAAC1FFA}" dt="2026-01-22T11:16:45.374" v="106" actId="22"/>
        <pc:sldMkLst>
          <pc:docMk/>
          <pc:sldMk cId="1629958997" sldId="306"/>
        </pc:sldMkLst>
        <pc:picChg chg="add">
          <ac:chgData name="Naveen Yadav" userId="8caa9bbed8e7a383" providerId="LiveId" clId="{B6195C19-FA41-4D51-A7C3-BC19CAAC1FFA}" dt="2026-01-22T11:16:45.374" v="106" actId="22"/>
          <ac:picMkLst>
            <pc:docMk/>
            <pc:sldMk cId="1629958997" sldId="306"/>
            <ac:picMk id="3" creationId="{348D555C-6B8B-E263-A89B-FA3B9ED602A1}"/>
          </ac:picMkLst>
        </pc:picChg>
      </pc:sldChg>
      <pc:sldChg chg="addSp new mod">
        <pc:chgData name="Naveen Yadav" userId="8caa9bbed8e7a383" providerId="LiveId" clId="{B6195C19-FA41-4D51-A7C3-BC19CAAC1FFA}" dt="2026-01-22T11:16:59.899" v="107" actId="22"/>
        <pc:sldMkLst>
          <pc:docMk/>
          <pc:sldMk cId="2806346397" sldId="307"/>
        </pc:sldMkLst>
        <pc:picChg chg="add">
          <ac:chgData name="Naveen Yadav" userId="8caa9bbed8e7a383" providerId="LiveId" clId="{B6195C19-FA41-4D51-A7C3-BC19CAAC1FFA}" dt="2026-01-22T11:16:59.899" v="107" actId="22"/>
          <ac:picMkLst>
            <pc:docMk/>
            <pc:sldMk cId="2806346397" sldId="307"/>
            <ac:picMk id="3" creationId="{29D7480A-6C51-C7FB-0E6D-BC1B2A03E7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682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78ABFD-13B8-B5F9-3F8C-22400C135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50" y="347232"/>
            <a:ext cx="10926700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9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7BB1F9-57D7-711D-6094-2BC9B3B9C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356759"/>
            <a:ext cx="10964805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90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D80851-EE8D-3331-7524-C8CE347A3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66205"/>
            <a:ext cx="10964805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4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E7F24-F691-286D-7757-5A07B33ED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147179"/>
            <a:ext cx="10964805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0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AC8FBB-C98C-62F8-51AC-BEB540591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371048"/>
            <a:ext cx="10945753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60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CA54D5-302A-A588-693E-76CEB5119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366285"/>
            <a:ext cx="10945753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31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2E961A-2FC0-0951-D0C3-10F01A581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356759"/>
            <a:ext cx="10917174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2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D3CEC7-5CCB-F8E5-27BC-DB68DA260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1" y="347232"/>
            <a:ext cx="10983858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0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FD73E3-022D-E2B3-E6FA-C85E8745C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347232"/>
            <a:ext cx="10993384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34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F0B3DC-388D-4ACB-D94C-78A698D8A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0"/>
            <a:ext cx="1066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203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0DEAB2-10FC-D673-15CC-4426F1255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204337"/>
            <a:ext cx="11002911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807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52ED01-57DC-90E1-8943-26931556B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9" y="275785"/>
            <a:ext cx="10898121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40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ADE744-5858-EFCC-B773-A9DB24B1F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61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E6010A-906C-DB18-473C-3E63E4CBF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99" y="0"/>
            <a:ext cx="10368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5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4D5F19-575E-F238-4FE9-69C8CFFAE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1" y="75732"/>
            <a:ext cx="10983858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08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3BB7FB-C46F-338A-6533-4B2CE9360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83" y="0"/>
            <a:ext cx="10487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27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CC74F5-966A-D441-AFE6-C2CA72232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351995"/>
            <a:ext cx="10974332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165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77A12-F169-77B8-C77D-B91E62C7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209100"/>
            <a:ext cx="10974332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72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4AD24-1CE7-47ED-6379-8D9BFBD70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7" y="351995"/>
            <a:ext cx="10936226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86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5023E6-615D-D302-B212-D1C64D55D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332943"/>
            <a:ext cx="10993384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641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9BF2CB-3057-0C37-535E-88C8CD817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74" y="0"/>
            <a:ext cx="110146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108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66220-E899-EAF6-1670-218E412B5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8" y="223390"/>
            <a:ext cx="11021963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00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0C069A-2C41-7988-35CA-43B709942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18" y="0"/>
            <a:ext cx="10699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482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DDEA7F-07F3-FEF9-04DC-2003273FD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8" y="309127"/>
            <a:ext cx="11021963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28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8D555C-6B8B-E263-A89B-FA3B9ED60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8" y="332943"/>
            <a:ext cx="11021963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958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7480A-6C51-C7FB-0E6D-BC1B2A03E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7" y="351995"/>
            <a:ext cx="10936226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4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Naveen Yadav</cp:lastModifiedBy>
  <cp:revision>1</cp:revision>
  <dcterms:created xsi:type="dcterms:W3CDTF">2026-01-22T10:57:03Z</dcterms:created>
  <dcterms:modified xsi:type="dcterms:W3CDTF">2026-01-22T11:17:01Z</dcterms:modified>
</cp:coreProperties>
</file>
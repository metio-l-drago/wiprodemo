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1D39E-B30C-8419-B2C7-FB7DE9135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7884D-5C79-0573-2976-D58B57664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C25E8-7B57-4898-3831-D5C82E63C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1D2A-CE84-EDC4-2D28-FC6243466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438AE-C5C4-7689-3664-85E3208C5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5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952EA-6EC0-86C7-2F5E-116EBD29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8B3C7-65A2-3391-BA5D-7FE89A128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CF934-06E0-BD36-68D2-F57BBF4E7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55FD-063F-EDD9-8A2C-86F8C6FE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6AF8-932D-620D-BCF5-B6A6A162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78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6C249-85EB-122A-F90D-BAB687365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67603-86F2-A554-C731-74FCDE021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91B00-667D-D42D-2CA8-DEC116427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A6166-37C0-1C37-43DD-199A1353A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E2876-8B33-7172-3CE9-23F2136F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14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5BDD9-E861-1499-3B7A-5F2B41663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8ACF7-DD68-5BB8-32CA-89B823CA0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59152-7432-A457-DC37-D3B1B70B2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923A7-3004-2BCD-FE55-76F2A50E7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48B65-BC3E-2D02-83C7-94412EBB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8635F-EAA8-892E-A04F-A00836CF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9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C399-6DCD-0701-A1F7-24E5A157C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A9922-10C5-D896-0FBA-9D0981BD5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536DC-AD26-B177-3A23-C7CEF8CDC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1A640B-2D6A-698C-4A69-0F1119D08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A8E909-6C9E-790C-DF9D-426961EAC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9C08C2-1BF9-E9EE-00DA-F5755EBB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9F3E31-660A-0355-1372-3C6826795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8B224-511C-39A3-D2D9-15B0848E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46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F11F-F0DA-B274-92B6-E5DA8940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0935B-2F3A-54B8-3AB7-C14FC3EC6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5DE40-6649-BFBC-C453-D50B359C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904DC-C945-C2FA-9629-55026517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8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99FF6F-4C0F-7893-8863-A9FDC69E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922D5D-3987-A664-EEEE-485C7443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D8A3-2D0D-2654-1F0A-05AE3E6E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79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2AC0-7040-BD76-A80F-963B91700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D56FC-5ECB-BB10-D8E5-3CB6722F5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A19E7-F8A6-8876-E047-91513D661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121E5-4D8E-466D-8356-8980644ED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771ED-8139-EF93-0C08-19BB4C67C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936E2-0E3C-85CC-8643-E0DC5B1F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4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3911-65A2-84FC-A69B-BEFA58B2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DC8B6C-451D-98F0-B9A0-944EB8DA3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9BEA7-7F10-233F-BBC6-B6BF3FD7D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9044B-3A46-385A-F81B-C7189A86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571E9-A2DA-DB48-28DE-5D339903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A9516-D8C9-0133-4DA1-177DED78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77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D0679-9F01-8C0F-74C2-1CD81B50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951B9-F2CC-3FD2-4D7B-11E946FF9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D5385-63FA-4126-5A1B-F506B893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7FB9D-E4E9-A30A-5B6B-3A18F94D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8E979-E0BF-98BF-D187-B8E01083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16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63D252-4AC4-4995-AC5E-07F3C1198E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98622-035C-28C1-953F-74389D267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0BE71-235B-BF2F-CC75-1F4C3A63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79386-650D-B598-0F41-97BD25FED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8C63F-B194-F52C-8154-7ABCE47B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6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44BB5B-999B-9AFE-B530-FD588A26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81568-9F39-C1A2-3771-EAE9CD4EB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7D5BE-1F86-C50F-189B-DBEFC84A1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25EC4-9AB2-4C2F-976A-216684FFEEFB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3156D-37D1-5874-3109-B31E5407D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54604-8BF2-81B0-654F-3A603343B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102389-F827-4950-B79A-8761DA90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2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BE317-2572-0A57-7391-E393E0F670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59985-1A99-C2EC-A33F-9767D952E9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97819-7B9E-78EC-E46F-29F548BD6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332943"/>
            <a:ext cx="10964805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58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9A03-A676-6DA5-1C15-B334A145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4F9BD-1B64-C9CB-C5DD-9E659F3B4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982FE1-A517-378C-A42C-B58773DBE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351995"/>
            <a:ext cx="10955279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47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D5A2-195D-1606-2ACF-A06749EA5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E6D82-AD19-F214-1135-508D31794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89F846-783D-301A-94B9-3DC03EFA9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347232"/>
            <a:ext cx="10974332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69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3A65E-FB74-2C79-A08E-9509B46B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BC216-F99C-D1DD-ADDF-A126A03E5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07993-2E5E-A878-D556-ED130B80E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356759"/>
            <a:ext cx="10945753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D17A3-686E-A647-A5FA-B2C2B30EE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79954-A6CD-D240-4533-437F4F05B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20CEC-D5F2-99D7-E83A-670987533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351995"/>
            <a:ext cx="10945753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5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A563-83E2-E318-111C-A0173AB2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71FFF-1EC2-AE94-EDB9-B8B308FA5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484DB-038A-ACF1-1D11-94B67DE0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351995"/>
            <a:ext cx="10974332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71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2164-A9D7-E0D8-01F5-5DE7CF150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1DED2-C1C0-03C5-ED97-63FB2E8B5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24CF0-4D99-C85B-3FF6-9A92EC4CF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342469"/>
            <a:ext cx="10974332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7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B6B2-DA46-BAAD-BF12-62DD2776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27AA8-0FDD-C510-0868-B525E4C86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55DF7-AA07-9646-61ED-2ED8535CA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351995"/>
            <a:ext cx="10945753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15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E34DF-CFA6-7639-C680-8F43D2ABB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848F1-EAD1-A1EE-8CBE-31B4F3C22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9E255-B7A7-7613-50D4-2417B8964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347232"/>
            <a:ext cx="10964805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48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EC75-EECA-AFB5-E78A-13508E9F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43CE6-6AB0-3187-6F7C-B8E627D2D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361EE-67CA-9860-3C75-3B5DAC889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10" y="339604"/>
            <a:ext cx="11012129" cy="617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39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E8180-72E3-2B7A-4218-8CD8E245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3DA57-228F-5DF2-FCA4-9283CCD90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603E1-8735-5378-6AAB-A25113D9A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332943"/>
            <a:ext cx="10936226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56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4CD9D-293F-3CE1-8996-179770B40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10931-EE79-A87A-C057-48EF4B2D7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2EEBA-7F0E-E24C-02D4-1B1592B25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332943"/>
            <a:ext cx="10993384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0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E401-1163-F318-1F2D-CA5F35F7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59A6B-348C-34B2-5684-85DF21080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186D4-B9BC-97A4-8D56-75E6A7460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332943"/>
            <a:ext cx="10983858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68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DAE1-4FB1-9D33-423D-D565106B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DB35D-0682-1212-D374-B1A95D9D5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FC4C0-CC43-C4EA-2C1E-48354215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366285"/>
            <a:ext cx="10974332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46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DE82-5C36-DB7A-B2A6-544291165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C2471-8D71-575E-DDA2-8F293FD51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5D148-DDA3-EB24-C7E8-8C21EE446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351995"/>
            <a:ext cx="10964805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62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B6E10-4055-0D75-B6F8-0B270CE2B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744B3-B9B3-7854-83AC-13A1F696C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E496D8-B7B8-B2DC-C589-EF41A8BB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347232"/>
            <a:ext cx="10974332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085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E7172-0C10-D1D2-34E2-4644AD96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B1486-DA74-9DC6-D824-A501978C4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552F7-4D62-B854-C81E-05ECA18B5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347232"/>
            <a:ext cx="10993384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99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BC43-DD02-78F8-3959-0244B953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82F9-BDCA-8500-A1E7-53270AF55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92692-5005-96A8-8FBC-90186144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44" y="342469"/>
            <a:ext cx="11002911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023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AAB8B-D469-2D44-BA00-676287A2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8819A-3853-D0DC-292C-3F27E0091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AE313-3483-6682-F011-641326A70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323416"/>
            <a:ext cx="10917174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99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BCCA2-50FA-222A-AFA4-6331CD6F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99369-4E5C-3DF0-90D5-6908B4713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85EB2B-C0C7-3246-1BCB-CC7850A25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50" y="347232"/>
            <a:ext cx="10926700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90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770F-BA74-14B1-CC3F-E8E5D2D6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4AC65-1E3E-8ACD-FF63-D0A673E6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A2BCC-B111-41F7-25DA-A38E25CEE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337706"/>
            <a:ext cx="10917174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648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19DE-3B10-14C2-7EC4-64296915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93C13-60A3-5EB5-388A-B65BD5740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7112A-E3E7-7C99-816E-07A0E403C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337706"/>
            <a:ext cx="10974332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346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3379E-F841-525C-5750-2CB0F4D18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9BB16-475B-40D7-77F5-E8E7CFFCA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BA44B-76E2-1CA1-18D0-9C329047D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351995"/>
            <a:ext cx="10964805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31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77C0E-6B84-EEB3-C82B-70A37469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526BB-7F90-18C0-E3DB-7094F1986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54FCA-30C9-05FF-138D-0DC7F4956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337706"/>
            <a:ext cx="10945753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68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EEEE-0A1C-7AA2-3EEE-157788DC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36D0F-11BE-F21E-6877-6F1CC9807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6294E-6ADD-1F3E-4ADB-D4F1F33A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337706"/>
            <a:ext cx="10964805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44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46937-BFE7-E27D-5399-2F30DB3C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7D8B6-2452-F7A8-3AB2-BC7970D05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205C7-863A-A0AE-FC05-940470ACF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60" y="328180"/>
            <a:ext cx="10955279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51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77FF-F27E-ED30-6F61-69E7E2B0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10F46-D12F-5A17-B359-476D2DD93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15001-E3EA-3F3B-E514-19DEC9133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1" y="351995"/>
            <a:ext cx="11012437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253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D9023-EDA5-88BE-EB59-43B51AAF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A88C8-9528-AB06-6585-3576843FC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E6E9B-DFE6-BBFB-1132-C066BC503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332943"/>
            <a:ext cx="10964805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5965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F170-45F0-FBB6-155B-E8C437C2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76168-9359-E2DE-7C69-59CDCF61C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A359F9-49A2-CDEE-7BAE-FDA7AF7A5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347232"/>
            <a:ext cx="10983858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923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AA9E-66F4-3A92-2DE6-EDA7DF11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D7CC8-3496-27E6-67C3-5F5A8DA4A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0B440-F522-6070-AB6F-52EC936A5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332943"/>
            <a:ext cx="10974332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847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8BF06-8142-B97C-3909-D8AE735E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9ECF8-D06A-6BAB-B8CC-6FFA8959A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0B4A7-F9FE-A09E-2592-D2379345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304364"/>
            <a:ext cx="10983858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948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0703-F282-BE1A-2236-65DA1AED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D907F-130C-BD5B-89F0-852BA9A82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9DFCF-4A99-9252-E899-645246425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342469"/>
            <a:ext cx="10974332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44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67A82-71E9-F2C6-85A6-0CB95708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CB565-D12C-E402-102E-10756827C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98741-7E1C-3F60-0B48-328BD6249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1" y="328180"/>
            <a:ext cx="11012437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15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7F43-EC8D-DB3C-F6F9-E020A97D2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D8441-CFC7-FE87-B08F-88552E210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ABD31-C04A-586C-C1B2-586A4A4FC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347232"/>
            <a:ext cx="10964805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19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F851-740A-4A38-8E55-4FCE4A382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72FFD-AA8F-1D9D-E750-FD8B7FAAC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46C0F-8FEF-B72C-BDCC-3C458BAC3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5" y="194811"/>
            <a:ext cx="11090787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86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Office PowerPoint</Application>
  <PresentationFormat>Widescreen</PresentationFormat>
  <Paragraphs>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Yadav</dc:creator>
  <cp:lastModifiedBy>Naveen Yadav</cp:lastModifiedBy>
  <cp:revision>1</cp:revision>
  <dcterms:created xsi:type="dcterms:W3CDTF">2026-01-22T01:37:13Z</dcterms:created>
  <dcterms:modified xsi:type="dcterms:W3CDTF">2026-01-22T02:50:38Z</dcterms:modified>
</cp:coreProperties>
</file>
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AL VERMA" userId="88cade2ac321ea73" providerId="LiveId" clId="{0B0741CA-0D36-42B7-93BB-E1B69EC73981}"/>
    <pc:docChg chg="custSel modSld">
      <pc:chgData name="SUJAL VERMA" userId="88cade2ac321ea73" providerId="LiveId" clId="{0B0741CA-0D36-42B7-93BB-E1B69EC73981}" dt="2026-01-24T05:58:21.587" v="1280" actId="1076"/>
      <pc:docMkLst>
        <pc:docMk/>
      </pc:docMkLst>
      <pc:sldChg chg="modSp mod">
        <pc:chgData name="SUJAL VERMA" userId="88cade2ac321ea73" providerId="LiveId" clId="{0B0741CA-0D36-42B7-93BB-E1B69EC73981}" dt="2026-01-24T05:40:24.406" v="499" actId="2711"/>
        <pc:sldMkLst>
          <pc:docMk/>
          <pc:sldMk cId="0" sldId="257"/>
        </pc:sldMkLst>
        <pc:spChg chg="mod">
          <ac:chgData name="SUJAL VERMA" userId="88cade2ac321ea73" providerId="LiveId" clId="{0B0741CA-0D36-42B7-93BB-E1B69EC73981}" dt="2026-01-24T05:39:11.226" v="489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0:24.406" v="499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22:36.650" v="82" actId="1076"/>
          <ac:spMkLst>
            <pc:docMk/>
            <pc:sldMk cId="0" sldId="257"/>
            <ac:spMk id="4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9:19.539" v="494" actId="1076"/>
          <ac:picMkLst>
            <pc:docMk/>
            <pc:sldMk cId="0" sldId="257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0:40.928" v="501" actId="113"/>
        <pc:sldMkLst>
          <pc:docMk/>
          <pc:sldMk cId="0" sldId="258"/>
        </pc:sldMkLst>
        <pc:spChg chg="mod">
          <ac:chgData name="SUJAL VERMA" userId="88cade2ac321ea73" providerId="LiveId" clId="{0B0741CA-0D36-42B7-93BB-E1B69EC73981}" dt="2026-01-24T05:38:50.604" v="481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0:40.928" v="501" actId="113"/>
          <ac:spMkLst>
            <pc:docMk/>
            <pc:sldMk cId="0" sldId="258"/>
            <ac:spMk id="3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25:23.188" v="230" actId="20577"/>
          <ac:spMkLst>
            <pc:docMk/>
            <pc:sldMk cId="0" sldId="258"/>
            <ac:spMk id="4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23:19.603" v="125" actId="1076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SUJAL VERMA" userId="88cade2ac321ea73" providerId="LiveId" clId="{0B0741CA-0D36-42B7-93BB-E1B69EC73981}" dt="2026-01-24T05:38:59.558" v="485" actId="1076"/>
          <ac:picMkLst>
            <pc:docMk/>
            <pc:sldMk cId="0" sldId="258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0:54.407" v="503" actId="2711"/>
        <pc:sldMkLst>
          <pc:docMk/>
          <pc:sldMk cId="0" sldId="259"/>
        </pc:sldMkLst>
        <pc:spChg chg="mod">
          <ac:chgData name="SUJAL VERMA" userId="88cade2ac321ea73" providerId="LiveId" clId="{0B0741CA-0D36-42B7-93BB-E1B69EC73981}" dt="2026-01-24T05:38:25.056" v="473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0:54.407" v="503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27:04.777" v="360" actId="20577"/>
          <ac:spMkLst>
            <pc:docMk/>
            <pc:sldMk cId="0" sldId="259"/>
            <ac:spMk id="4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25:32.536" v="231" actId="1076"/>
          <ac:picMkLst>
            <pc:docMk/>
            <pc:sldMk cId="0" sldId="259"/>
            <ac:picMk id="3" creationId="{00000000-0000-0000-0000-000000000000}"/>
          </ac:picMkLst>
        </pc:picChg>
        <pc:picChg chg="mod">
          <ac:chgData name="SUJAL VERMA" userId="88cade2ac321ea73" providerId="LiveId" clId="{0B0741CA-0D36-42B7-93BB-E1B69EC73981}" dt="2026-01-24T05:38:33.372" v="477" actId="1076"/>
          <ac:picMkLst>
            <pc:docMk/>
            <pc:sldMk cId="0" sldId="259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38:14.640" v="466" actId="1076"/>
        <pc:sldMkLst>
          <pc:docMk/>
          <pc:sldMk cId="0" sldId="260"/>
        </pc:sldMkLst>
        <pc:spChg chg="mod">
          <ac:chgData name="SUJAL VERMA" userId="88cade2ac321ea73" providerId="LiveId" clId="{0B0741CA-0D36-42B7-93BB-E1B69EC73981}" dt="2026-01-24T05:38:01.544" v="46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38:14.640" v="466" actId="1076"/>
          <ac:spMkLst>
            <pc:docMk/>
            <pc:sldMk cId="0" sldId="260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27:15.080" v="361" actId="1076"/>
          <ac:picMkLst>
            <pc:docMk/>
            <pc:sldMk cId="0" sldId="260"/>
            <ac:picMk id="3" creationId="{00000000-0000-0000-0000-000000000000}"/>
          </ac:picMkLst>
        </pc:picChg>
        <pc:picChg chg="mod">
          <ac:chgData name="SUJAL VERMA" userId="88cade2ac321ea73" providerId="LiveId" clId="{0B0741CA-0D36-42B7-93BB-E1B69EC73981}" dt="2026-01-24T05:38:10.059" v="465" actId="1076"/>
          <ac:picMkLst>
            <pc:docMk/>
            <pc:sldMk cId="0" sldId="260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1:03.684" v="505" actId="2711"/>
        <pc:sldMkLst>
          <pc:docMk/>
          <pc:sldMk cId="0" sldId="261"/>
        </pc:sldMkLst>
        <pc:spChg chg="mod">
          <ac:chgData name="SUJAL VERMA" userId="88cade2ac321ea73" providerId="LiveId" clId="{0B0741CA-0D36-42B7-93BB-E1B69EC73981}" dt="2026-01-24T05:37:37.314" v="452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1:03.684" v="505" actId="2711"/>
          <ac:spMkLst>
            <pc:docMk/>
            <pc:sldMk cId="0" sldId="261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7:49.591" v="458" actId="1076"/>
          <ac:picMkLst>
            <pc:docMk/>
            <pc:sldMk cId="0" sldId="261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1:15.164" v="507" actId="113"/>
        <pc:sldMkLst>
          <pc:docMk/>
          <pc:sldMk cId="0" sldId="262"/>
        </pc:sldMkLst>
        <pc:spChg chg="mod">
          <ac:chgData name="SUJAL VERMA" userId="88cade2ac321ea73" providerId="LiveId" clId="{0B0741CA-0D36-42B7-93BB-E1B69EC73981}" dt="2026-01-24T05:36:59.362" v="442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1:15.164" v="507" actId="113"/>
          <ac:spMkLst>
            <pc:docMk/>
            <pc:sldMk cId="0" sldId="262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7:19.602" v="448" actId="14100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1:22.453" v="509" actId="113"/>
        <pc:sldMkLst>
          <pc:docMk/>
          <pc:sldMk cId="0" sldId="263"/>
        </pc:sldMkLst>
        <pc:spChg chg="mod">
          <ac:chgData name="SUJAL VERMA" userId="88cade2ac321ea73" providerId="LiveId" clId="{0B0741CA-0D36-42B7-93BB-E1B69EC73981}" dt="2026-01-24T05:36:12.285" v="430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1:22.453" v="509" actId="113"/>
          <ac:spMkLst>
            <pc:docMk/>
            <pc:sldMk cId="0" sldId="263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6:42.940" v="438" actId="14100"/>
          <ac:picMkLst>
            <pc:docMk/>
            <pc:sldMk cId="0" sldId="263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1:27.666" v="511" actId="2711"/>
        <pc:sldMkLst>
          <pc:docMk/>
          <pc:sldMk cId="0" sldId="264"/>
        </pc:sldMkLst>
        <pc:spChg chg="mod">
          <ac:chgData name="SUJAL VERMA" userId="88cade2ac321ea73" providerId="LiveId" clId="{0B0741CA-0D36-42B7-93BB-E1B69EC73981}" dt="2026-01-24T05:35:39.284" v="418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1:27.666" v="511" actId="2711"/>
          <ac:spMkLst>
            <pc:docMk/>
            <pc:sldMk cId="0" sldId="264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5:58.860" v="426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1:36.202" v="513" actId="113"/>
        <pc:sldMkLst>
          <pc:docMk/>
          <pc:sldMk cId="0" sldId="265"/>
        </pc:sldMkLst>
        <pc:spChg chg="mod">
          <ac:chgData name="SUJAL VERMA" userId="88cade2ac321ea73" providerId="LiveId" clId="{0B0741CA-0D36-42B7-93BB-E1B69EC73981}" dt="2026-01-24T05:35:15.530" v="409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1:36.202" v="513" actId="113"/>
          <ac:spMkLst>
            <pc:docMk/>
            <pc:sldMk cId="0" sldId="265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5:29.699" v="414" actId="1076"/>
          <ac:picMkLst>
            <pc:docMk/>
            <pc:sldMk cId="0" sldId="265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1:56.382" v="519" actId="2711"/>
        <pc:sldMkLst>
          <pc:docMk/>
          <pc:sldMk cId="0" sldId="266"/>
        </pc:sldMkLst>
        <pc:spChg chg="mod">
          <ac:chgData name="SUJAL VERMA" userId="88cade2ac321ea73" providerId="LiveId" clId="{0B0741CA-0D36-42B7-93BB-E1B69EC73981}" dt="2026-01-24T05:34:51.422" v="401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1:56.382" v="519" actId="2711"/>
          <ac:spMkLst>
            <pc:docMk/>
            <pc:sldMk cId="0" sldId="266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41:49.442" v="516" actId="1076"/>
          <ac:picMkLst>
            <pc:docMk/>
            <pc:sldMk cId="0" sldId="266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2:13.433" v="524" actId="113"/>
        <pc:sldMkLst>
          <pc:docMk/>
          <pc:sldMk cId="0" sldId="267"/>
        </pc:sldMkLst>
        <pc:spChg chg="mod">
          <ac:chgData name="SUJAL VERMA" userId="88cade2ac321ea73" providerId="LiveId" clId="{0B0741CA-0D36-42B7-93BB-E1B69EC73981}" dt="2026-01-24T05:42:04.541" v="522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2:13.433" v="524" actId="113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SUJAL VERMA" userId="88cade2ac321ea73" providerId="LiveId" clId="{0B0741CA-0D36-42B7-93BB-E1B69EC73981}" dt="2026-01-24T05:42:26.246" v="529" actId="113"/>
        <pc:sldMkLst>
          <pc:docMk/>
          <pc:sldMk cId="0" sldId="268"/>
        </pc:sldMkLst>
        <pc:spChg chg="mod">
          <ac:chgData name="SUJAL VERMA" userId="88cade2ac321ea73" providerId="LiveId" clId="{0B0741CA-0D36-42B7-93BB-E1B69EC73981}" dt="2026-01-24T05:42:20.310" v="527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2:26.246" v="529" actId="113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SUJAL VERMA" userId="88cade2ac321ea73" providerId="LiveId" clId="{0B0741CA-0D36-42B7-93BB-E1B69EC73981}" dt="2026-01-24T05:42:41.228" v="534" actId="2711"/>
        <pc:sldMkLst>
          <pc:docMk/>
          <pc:sldMk cId="0" sldId="269"/>
        </pc:sldMkLst>
        <pc:spChg chg="mod">
          <ac:chgData name="SUJAL VERMA" userId="88cade2ac321ea73" providerId="LiveId" clId="{0B0741CA-0D36-42B7-93BB-E1B69EC73981}" dt="2026-01-24T05:42:34.254" v="532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2:41.228" v="534" actId="2711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SUJAL VERMA" userId="88cade2ac321ea73" providerId="LiveId" clId="{0B0741CA-0D36-42B7-93BB-E1B69EC73981}" dt="2026-01-24T05:42:47.526" v="536" actId="2711"/>
        <pc:sldMkLst>
          <pc:docMk/>
          <pc:sldMk cId="0" sldId="270"/>
        </pc:sldMkLst>
        <pc:spChg chg="mod">
          <ac:chgData name="SUJAL VERMA" userId="88cade2ac321ea73" providerId="LiveId" clId="{0B0741CA-0D36-42B7-93BB-E1B69EC73981}" dt="2026-01-24T05:34:35.385" v="398" actId="276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2:47.526" v="536" actId="2711"/>
          <ac:spMkLst>
            <pc:docMk/>
            <pc:sldMk cId="0" sldId="270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4:25.309" v="391" actId="1076"/>
          <ac:picMkLst>
            <pc:docMk/>
            <pc:sldMk cId="0" sldId="270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2:58.031" v="541" actId="2711"/>
        <pc:sldMkLst>
          <pc:docMk/>
          <pc:sldMk cId="0" sldId="271"/>
        </pc:sldMkLst>
        <pc:spChg chg="mod">
          <ac:chgData name="SUJAL VERMA" userId="88cade2ac321ea73" providerId="LiveId" clId="{0B0741CA-0D36-42B7-93BB-E1B69EC73981}" dt="2026-01-24T05:42:52.684" v="539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2:58.031" v="541" actId="2711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SUJAL VERMA" userId="88cade2ac321ea73" providerId="LiveId" clId="{0B0741CA-0D36-42B7-93BB-E1B69EC73981}" dt="2026-01-24T05:43:12.661" v="546" actId="2711"/>
        <pc:sldMkLst>
          <pc:docMk/>
          <pc:sldMk cId="0" sldId="272"/>
        </pc:sldMkLst>
        <pc:spChg chg="mod">
          <ac:chgData name="SUJAL VERMA" userId="88cade2ac321ea73" providerId="LiveId" clId="{0B0741CA-0D36-42B7-93BB-E1B69EC73981}" dt="2026-01-24T05:43:03.217" v="544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3:12.661" v="546" actId="2711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SUJAL VERMA" userId="88cade2ac321ea73" providerId="LiveId" clId="{0B0741CA-0D36-42B7-93BB-E1B69EC73981}" dt="2026-01-24T05:43:29.120" v="551" actId="1076"/>
        <pc:sldMkLst>
          <pc:docMk/>
          <pc:sldMk cId="0" sldId="273"/>
        </pc:sldMkLst>
        <pc:spChg chg="mod">
          <ac:chgData name="SUJAL VERMA" userId="88cade2ac321ea73" providerId="LiveId" clId="{0B0741CA-0D36-42B7-93BB-E1B69EC73981}" dt="2026-01-24T05:43:29.120" v="551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3:21.304" v="548" actId="2711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SUJAL VERMA" userId="88cade2ac321ea73" providerId="LiveId" clId="{0B0741CA-0D36-42B7-93BB-E1B69EC73981}" dt="2026-01-24T05:43:39.075" v="553" actId="113"/>
        <pc:sldMkLst>
          <pc:docMk/>
          <pc:sldMk cId="0" sldId="274"/>
        </pc:sldMkLst>
        <pc:spChg chg="mod">
          <ac:chgData name="SUJAL VERMA" userId="88cade2ac321ea73" providerId="LiveId" clId="{0B0741CA-0D36-42B7-93BB-E1B69EC73981}" dt="2026-01-24T05:33:52.839" v="382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3:39.075" v="553" actId="113"/>
          <ac:spMkLst>
            <pc:docMk/>
            <pc:sldMk cId="0" sldId="274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3:59.483" v="385" actId="1076"/>
          <ac:picMkLst>
            <pc:docMk/>
            <pc:sldMk cId="0" sldId="274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3:54.355" v="572" actId="20577"/>
        <pc:sldMkLst>
          <pc:docMk/>
          <pc:sldMk cId="0" sldId="275"/>
        </pc:sldMkLst>
        <pc:spChg chg="mod">
          <ac:chgData name="SUJAL VERMA" userId="88cade2ac321ea73" providerId="LiveId" clId="{0B0741CA-0D36-42B7-93BB-E1B69EC73981}" dt="2026-01-24T05:33:33.460" v="377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3:54.355" v="572" actId="20577"/>
          <ac:spMkLst>
            <pc:docMk/>
            <pc:sldMk cId="0" sldId="275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3:43.890" v="381" actId="1076"/>
          <ac:picMkLst>
            <pc:docMk/>
            <pc:sldMk cId="0" sldId="275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6:13.107" v="680" actId="113"/>
        <pc:sldMkLst>
          <pc:docMk/>
          <pc:sldMk cId="0" sldId="276"/>
        </pc:sldMkLst>
        <pc:spChg chg="mod">
          <ac:chgData name="SUJAL VERMA" userId="88cade2ac321ea73" providerId="LiveId" clId="{0B0741CA-0D36-42B7-93BB-E1B69EC73981}" dt="2026-01-24T05:45:06.628" v="600" actId="27636"/>
          <ac:spMkLst>
            <pc:docMk/>
            <pc:sldMk cId="0" sldId="276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6:13.107" v="680" actId="113"/>
          <ac:spMkLst>
            <pc:docMk/>
            <pc:sldMk cId="0" sldId="276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3:27.980" v="376" actId="1076"/>
          <ac:picMkLst>
            <pc:docMk/>
            <pc:sldMk cId="0" sldId="276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52:55.636" v="1016" actId="313"/>
        <pc:sldMkLst>
          <pc:docMk/>
          <pc:sldMk cId="0" sldId="277"/>
        </pc:sldMkLst>
        <pc:spChg chg="mod">
          <ac:chgData name="SUJAL VERMA" userId="88cade2ac321ea73" providerId="LiveId" clId="{0B0741CA-0D36-42B7-93BB-E1B69EC73981}" dt="2026-01-24T05:44:11.851" v="579" actId="1076"/>
          <ac:spMkLst>
            <pc:docMk/>
            <pc:sldMk cId="0" sldId="277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52:55.636" v="1016" actId="313"/>
          <ac:spMkLst>
            <pc:docMk/>
            <pc:sldMk cId="0" sldId="277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52:47.829" v="1014" actId="1076"/>
          <ac:picMkLst>
            <pc:docMk/>
            <pc:sldMk cId="0" sldId="277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55:53.198" v="1197" actId="1076"/>
        <pc:sldMkLst>
          <pc:docMk/>
          <pc:sldMk cId="0" sldId="278"/>
        </pc:sldMkLst>
        <pc:spChg chg="mod">
          <ac:chgData name="SUJAL VERMA" userId="88cade2ac321ea73" providerId="LiveId" clId="{0B0741CA-0D36-42B7-93BB-E1B69EC73981}" dt="2026-01-24T05:44:18.975" v="582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55:53.198" v="1197" actId="1076"/>
          <ac:spMkLst>
            <pc:docMk/>
            <pc:sldMk cId="0" sldId="278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54:02.677" v="1147" actId="1076"/>
          <ac:picMkLst>
            <pc:docMk/>
            <pc:sldMk cId="0" sldId="278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56:09.021" v="1216" actId="20577"/>
        <pc:sldMkLst>
          <pc:docMk/>
          <pc:sldMk cId="0" sldId="279"/>
        </pc:sldMkLst>
        <pc:spChg chg="mod">
          <ac:chgData name="SUJAL VERMA" userId="88cade2ac321ea73" providerId="LiveId" clId="{0B0741CA-0D36-42B7-93BB-E1B69EC73981}" dt="2026-01-24T05:46:30.502" v="686" actId="1076"/>
          <ac:spMkLst>
            <pc:docMk/>
            <pc:sldMk cId="0" sldId="279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56:09.021" v="1216" actId="20577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SUJAL VERMA" userId="88cade2ac321ea73" providerId="LiveId" clId="{0B0741CA-0D36-42B7-93BB-E1B69EC73981}" dt="2026-01-24T05:58:12.794" v="1278" actId="1076"/>
        <pc:sldMkLst>
          <pc:docMk/>
          <pc:sldMk cId="0" sldId="280"/>
        </pc:sldMkLst>
        <pc:spChg chg="mod">
          <ac:chgData name="SUJAL VERMA" userId="88cade2ac321ea73" providerId="LiveId" clId="{0B0741CA-0D36-42B7-93BB-E1B69EC73981}" dt="2026-01-24T05:46:34.010" v="688" actId="27636"/>
          <ac:spMkLst>
            <pc:docMk/>
            <pc:sldMk cId="0" sldId="280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58:12.794" v="1278" actId="1076"/>
          <ac:spMkLst>
            <pc:docMk/>
            <pc:sldMk cId="0" sldId="280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57:42.425" v="1224" actId="1076"/>
          <ac:picMkLst>
            <pc:docMk/>
            <pc:sldMk cId="0" sldId="280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58:21.587" v="1280" actId="1076"/>
        <pc:sldMkLst>
          <pc:docMk/>
          <pc:sldMk cId="0" sldId="281"/>
        </pc:sldMkLst>
        <pc:spChg chg="mod">
          <ac:chgData name="SUJAL VERMA" userId="88cade2ac321ea73" providerId="LiveId" clId="{0B0741CA-0D36-42B7-93BB-E1B69EC73981}" dt="2026-01-24T05:48:06.804" v="766" actId="27636"/>
          <ac:spMkLst>
            <pc:docMk/>
            <pc:sldMk cId="0" sldId="281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58:21.587" v="1280" actId="1076"/>
          <ac:spMkLst>
            <pc:docMk/>
            <pc:sldMk cId="0" sldId="281"/>
            <ac:spMk id="3" creationId="{00000000-0000-0000-0000-000000000000}"/>
          </ac:spMkLst>
        </pc:spChg>
        <pc:picChg chg="mod">
          <ac:chgData name="SUJAL VERMA" userId="88cade2ac321ea73" providerId="LiveId" clId="{0B0741CA-0D36-42B7-93BB-E1B69EC73981}" dt="2026-01-24T05:33:02.516" v="370" actId="1076"/>
          <ac:picMkLst>
            <pc:docMk/>
            <pc:sldMk cId="0" sldId="281"/>
            <ac:picMk id="4" creationId="{00000000-0000-0000-0000-000000000000}"/>
          </ac:picMkLst>
        </pc:picChg>
      </pc:sldChg>
      <pc:sldChg chg="modSp mod">
        <pc:chgData name="SUJAL VERMA" userId="88cade2ac321ea73" providerId="LiveId" clId="{0B0741CA-0D36-42B7-93BB-E1B69EC73981}" dt="2026-01-24T05:48:03.379" v="764" actId="1076"/>
        <pc:sldMkLst>
          <pc:docMk/>
          <pc:sldMk cId="0" sldId="282"/>
        </pc:sldMkLst>
        <pc:spChg chg="mod">
          <ac:chgData name="SUJAL VERMA" userId="88cade2ac321ea73" providerId="LiveId" clId="{0B0741CA-0D36-42B7-93BB-E1B69EC73981}" dt="2026-01-24T05:48:03.379" v="764" actId="1076"/>
          <ac:spMkLst>
            <pc:docMk/>
            <pc:sldMk cId="0" sldId="282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7:56.865" v="761" actId="113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SUJAL VERMA" userId="88cade2ac321ea73" providerId="LiveId" clId="{0B0741CA-0D36-42B7-93BB-E1B69EC73981}" dt="2026-01-24T05:48:18.066" v="772" actId="113"/>
        <pc:sldMkLst>
          <pc:docMk/>
          <pc:sldMk cId="0" sldId="283"/>
        </pc:sldMkLst>
        <pc:spChg chg="mod">
          <ac:chgData name="SUJAL VERMA" userId="88cade2ac321ea73" providerId="LiveId" clId="{0B0741CA-0D36-42B7-93BB-E1B69EC73981}" dt="2026-01-24T05:48:12.065" v="769" actId="1076"/>
          <ac:spMkLst>
            <pc:docMk/>
            <pc:sldMk cId="0" sldId="283"/>
            <ac:spMk id="2" creationId="{00000000-0000-0000-0000-000000000000}"/>
          </ac:spMkLst>
        </pc:spChg>
        <pc:spChg chg="mod">
          <ac:chgData name="SUJAL VERMA" userId="88cade2ac321ea73" providerId="LiveId" clId="{0B0741CA-0D36-42B7-93BB-E1B69EC73981}" dt="2026-01-24T05:48:18.066" v="772" actId="113"/>
          <ac:spMkLst>
            <pc:docMk/>
            <pc:sldMk cId="0" sldId="28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DNS Analysis &amp; Troubleshooting</a:t>
            </a:r>
          </a:p>
          <a:p>
            <a:r>
              <a:t>Using Wireshark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Graded Lab Project</a:t>
            </a:r>
          </a:p>
          <a:p>
            <a:r>
              <a:t>Ubuntu &amp; Wireshark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1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55078" y="1071062"/>
            <a:ext cx="771121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 err="1">
                <a:latin typeface="Comic Sans MS" panose="030F0702030302020204" pitchFamily="66" charset="0"/>
              </a:rPr>
              <a:t>sudo</a:t>
            </a:r>
            <a:r>
              <a:rPr b="1" dirty="0">
                <a:latin typeface="Comic Sans MS" panose="030F0702030302020204" pitchFamily="66" charset="0"/>
              </a:rPr>
              <a:t> apt update</a:t>
            </a:r>
          </a:p>
          <a:p>
            <a:r>
              <a:rPr dirty="0"/>
              <a:t>Explanation: Updates the package list and checks for available software updates.</a:t>
            </a:r>
          </a:p>
        </p:txBody>
      </p:sp>
      <p:pic>
        <p:nvPicPr>
          <p:cNvPr id="4" name="Picture 3" descr="(1) sudo apt updat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77" y="1897380"/>
            <a:ext cx="6866646" cy="48525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69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2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003819"/>
            <a:ext cx="52438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 err="1">
                <a:latin typeface="Comic Sans MS" panose="030F0702030302020204" pitchFamily="66" charset="0"/>
              </a:rPr>
              <a:t>sudo</a:t>
            </a:r>
            <a:r>
              <a:rPr b="1" dirty="0">
                <a:latin typeface="Comic Sans MS" panose="030F0702030302020204" pitchFamily="66" charset="0"/>
              </a:rPr>
              <a:t> apt install </a:t>
            </a:r>
            <a:r>
              <a:rPr b="1" dirty="0" err="1">
                <a:latin typeface="Comic Sans MS" panose="030F0702030302020204" pitchFamily="66" charset="0"/>
              </a:rPr>
              <a:t>wireshark</a:t>
            </a:r>
            <a:r>
              <a:rPr b="1" dirty="0">
                <a:latin typeface="Comic Sans MS" panose="030F0702030302020204" pitchFamily="66" charset="0"/>
              </a:rPr>
              <a:t> -y</a:t>
            </a:r>
          </a:p>
          <a:p>
            <a:r>
              <a:rPr dirty="0"/>
              <a:t>Explanation: Installs Wireshark on the Ubuntu system.</a:t>
            </a:r>
          </a:p>
        </p:txBody>
      </p:sp>
      <p:pic>
        <p:nvPicPr>
          <p:cNvPr id="4" name="Picture 3" descr="(2) command to install wire shark 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34" y="1768168"/>
            <a:ext cx="7165731" cy="4974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24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3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95316" y="1097280"/>
            <a:ext cx="680102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>
                <a:latin typeface="Comic Sans MS" panose="030F0702030302020204" pitchFamily="66" charset="0"/>
              </a:rPr>
              <a:t>Wireshark configuration prompt</a:t>
            </a:r>
          </a:p>
          <a:p>
            <a:r>
              <a:rPr dirty="0"/>
              <a:t>Explanation: Allows non-root users to capture packets by selecting Yes.</a:t>
            </a:r>
          </a:p>
        </p:txBody>
      </p:sp>
      <p:pic>
        <p:nvPicPr>
          <p:cNvPr id="4" name="Picture 3" descr="(3) configuring wire shark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16" y="2011680"/>
            <a:ext cx="7353368" cy="47213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4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69377" y="833511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Installing dependencies</a:t>
            </a:r>
          </a:p>
          <a:p>
            <a:r>
              <a:rPr dirty="0"/>
              <a:t>Explanation: Wireshark and required libraries are being installed.</a:t>
            </a:r>
          </a:p>
        </p:txBody>
      </p:sp>
      <p:pic>
        <p:nvPicPr>
          <p:cNvPr id="4" name="Picture 3" descr="(4) installing wire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92" y="1615446"/>
            <a:ext cx="6875584" cy="50241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5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204546" y="840545"/>
            <a:ext cx="56843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 err="1">
                <a:latin typeface="Comic Sans MS" panose="030F0702030302020204" pitchFamily="66" charset="0"/>
              </a:rPr>
              <a:t>sudo</a:t>
            </a:r>
            <a:r>
              <a:rPr b="1" dirty="0">
                <a:latin typeface="Comic Sans MS" panose="030F0702030302020204" pitchFamily="66" charset="0"/>
              </a:rPr>
              <a:t> </a:t>
            </a:r>
            <a:r>
              <a:rPr b="1" dirty="0" err="1">
                <a:latin typeface="Comic Sans MS" panose="030F0702030302020204" pitchFamily="66" charset="0"/>
              </a:rPr>
              <a:t>usermod</a:t>
            </a:r>
            <a:r>
              <a:rPr b="1" dirty="0">
                <a:latin typeface="Comic Sans MS" panose="030F0702030302020204" pitchFamily="66" charset="0"/>
              </a:rPr>
              <a:t> -</a:t>
            </a:r>
            <a:r>
              <a:rPr b="1" dirty="0" err="1">
                <a:latin typeface="Comic Sans MS" panose="030F0702030302020204" pitchFamily="66" charset="0"/>
              </a:rPr>
              <a:t>aG</a:t>
            </a:r>
            <a:r>
              <a:rPr b="1" dirty="0">
                <a:latin typeface="Comic Sans MS" panose="030F0702030302020204" pitchFamily="66" charset="0"/>
              </a:rPr>
              <a:t> </a:t>
            </a:r>
            <a:r>
              <a:rPr b="1" dirty="0" err="1">
                <a:latin typeface="Comic Sans MS" panose="030F0702030302020204" pitchFamily="66" charset="0"/>
              </a:rPr>
              <a:t>wireshark</a:t>
            </a:r>
            <a:r>
              <a:rPr b="1" dirty="0">
                <a:latin typeface="Comic Sans MS" panose="030F0702030302020204" pitchFamily="66" charset="0"/>
              </a:rPr>
              <a:t> $USER</a:t>
            </a:r>
          </a:p>
          <a:p>
            <a:r>
              <a:rPr dirty="0"/>
              <a:t>Explanation: Adds the current user to the </a:t>
            </a:r>
            <a:r>
              <a:rPr dirty="0" err="1"/>
              <a:t>wireshark</a:t>
            </a:r>
            <a:r>
              <a:rPr dirty="0"/>
              <a:t> group.</a:t>
            </a:r>
          </a:p>
        </p:txBody>
      </p:sp>
      <p:pic>
        <p:nvPicPr>
          <p:cNvPr id="4" name="Picture 3" descr="(5) usermod wire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15" y="1623059"/>
            <a:ext cx="6556169" cy="50333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6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845820"/>
            <a:ext cx="573984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 err="1">
                <a:latin typeface="Comic Sans MS" panose="030F0702030302020204" pitchFamily="66" charset="0"/>
              </a:rPr>
              <a:t>newgrp</a:t>
            </a:r>
            <a:r>
              <a:rPr b="1" dirty="0">
                <a:latin typeface="Comic Sans MS" panose="030F0702030302020204" pitchFamily="66" charset="0"/>
              </a:rPr>
              <a:t> </a:t>
            </a:r>
            <a:r>
              <a:rPr b="1" dirty="0" err="1">
                <a:latin typeface="Comic Sans MS" panose="030F0702030302020204" pitchFamily="66" charset="0"/>
              </a:rPr>
              <a:t>wireshark</a:t>
            </a:r>
            <a:endParaRPr b="1" dirty="0">
              <a:latin typeface="Comic Sans MS" panose="030F0702030302020204" pitchFamily="66" charset="0"/>
            </a:endParaRPr>
          </a:p>
          <a:p>
            <a:r>
              <a:rPr dirty="0"/>
              <a:t>Explanation: Applies the group change without logging out.</a:t>
            </a:r>
          </a:p>
        </p:txBody>
      </p:sp>
      <p:pic>
        <p:nvPicPr>
          <p:cNvPr id="4" name="Picture 3" descr="(6) new group wire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19" y="1610899"/>
            <a:ext cx="7003073" cy="51236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69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7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34452" y="877471"/>
            <a:ext cx="550086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 err="1">
                <a:latin typeface="Comic Sans MS" panose="030F0702030302020204" pitchFamily="66" charset="0"/>
              </a:rPr>
              <a:t>wireshark</a:t>
            </a:r>
            <a:r>
              <a:rPr b="1" dirty="0">
                <a:latin typeface="Comic Sans MS" panose="030F0702030302020204" pitchFamily="66" charset="0"/>
              </a:rPr>
              <a:t> --version</a:t>
            </a:r>
          </a:p>
          <a:p>
            <a:r>
              <a:rPr dirty="0"/>
              <a:t>Explanation: Verifies that Wireshark is installed correctly.</a:t>
            </a:r>
          </a:p>
        </p:txBody>
      </p:sp>
      <p:pic>
        <p:nvPicPr>
          <p:cNvPr id="4" name="Picture 3" descr="(7) verify wireshark insta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06" y="1714500"/>
            <a:ext cx="6969588" cy="48850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24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8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13838" y="884505"/>
            <a:ext cx="480336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 err="1">
                <a:latin typeface="Comic Sans MS" panose="030F0702030302020204" pitchFamily="66" charset="0"/>
              </a:rPr>
              <a:t>wireshark</a:t>
            </a:r>
            <a:endParaRPr b="1" dirty="0">
              <a:latin typeface="Comic Sans MS" panose="030F0702030302020204" pitchFamily="66" charset="0"/>
            </a:endParaRPr>
          </a:p>
          <a:p>
            <a:r>
              <a:rPr dirty="0"/>
              <a:t>Explanation: Launches the Wireshark application.</a:t>
            </a:r>
          </a:p>
        </p:txBody>
      </p:sp>
      <p:pic>
        <p:nvPicPr>
          <p:cNvPr id="4" name="Picture 3" descr="(8) run wire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78" y="1670538"/>
            <a:ext cx="6956044" cy="5056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661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9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837027"/>
            <a:ext cx="67706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>
                <a:latin typeface="Comic Sans MS" panose="030F0702030302020204" pitchFamily="66" charset="0"/>
              </a:rPr>
              <a:t>cat /</a:t>
            </a:r>
            <a:r>
              <a:rPr b="1" dirty="0" err="1">
                <a:latin typeface="Comic Sans MS" panose="030F0702030302020204" pitchFamily="66" charset="0"/>
              </a:rPr>
              <a:t>etc</a:t>
            </a:r>
            <a:r>
              <a:rPr b="1" dirty="0">
                <a:latin typeface="Comic Sans MS" panose="030F0702030302020204" pitchFamily="66" charset="0"/>
              </a:rPr>
              <a:t>/</a:t>
            </a:r>
            <a:r>
              <a:rPr b="1" dirty="0" err="1">
                <a:latin typeface="Comic Sans MS" panose="030F0702030302020204" pitchFamily="66" charset="0"/>
              </a:rPr>
              <a:t>resolv.conf</a:t>
            </a:r>
            <a:endParaRPr b="1" dirty="0">
              <a:latin typeface="Comic Sans MS" panose="030F0702030302020204" pitchFamily="66" charset="0"/>
            </a:endParaRPr>
          </a:p>
          <a:p>
            <a:r>
              <a:rPr dirty="0"/>
              <a:t>Explanation: Shows the current DNS configuration used by the system.</a:t>
            </a:r>
          </a:p>
        </p:txBody>
      </p:sp>
      <p:pic>
        <p:nvPicPr>
          <p:cNvPr id="4" name="Picture 3" descr="(9) check d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323" y="1669366"/>
            <a:ext cx="7139354" cy="50636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474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10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912641"/>
            <a:ext cx="51174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 err="1">
                <a:latin typeface="Comic Sans MS" panose="030F0702030302020204" pitchFamily="66" charset="0"/>
              </a:rPr>
              <a:t>nslookup</a:t>
            </a:r>
            <a:r>
              <a:rPr b="1" dirty="0">
                <a:latin typeface="Comic Sans MS" panose="030F0702030302020204" pitchFamily="66" charset="0"/>
              </a:rPr>
              <a:t> google.com</a:t>
            </a:r>
          </a:p>
          <a:p>
            <a:r>
              <a:rPr dirty="0"/>
              <a:t>Explanation: Tests DNS resolution for a valid domain.</a:t>
            </a:r>
          </a:p>
        </p:txBody>
      </p:sp>
      <p:pic>
        <p:nvPicPr>
          <p:cNvPr id="4" name="Picture 3" descr="(10) test d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10" y="1696916"/>
            <a:ext cx="7209179" cy="49292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661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11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74188"/>
            <a:ext cx="603075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/>
              <a:t>Open Wireshark</a:t>
            </a:r>
          </a:p>
          <a:p>
            <a:r>
              <a:rPr dirty="0"/>
              <a:t>Explanation: Wireshark interface is opened for packet capture.</a:t>
            </a:r>
          </a:p>
        </p:txBody>
      </p:sp>
      <p:pic>
        <p:nvPicPr>
          <p:cNvPr id="4" name="Picture 3" descr="(11) open wires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12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92852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>
                <a:latin typeface="Comic Sans MS" panose="030F0702030302020204" pitchFamily="66" charset="0"/>
              </a:rPr>
              <a:t>Apply </a:t>
            </a:r>
            <a:r>
              <a:rPr b="1" dirty="0" err="1">
                <a:latin typeface="Comic Sans MS" panose="030F0702030302020204" pitchFamily="66" charset="0"/>
              </a:rPr>
              <a:t>dns</a:t>
            </a:r>
            <a:r>
              <a:rPr b="1" dirty="0">
                <a:latin typeface="Comic Sans MS" panose="030F0702030302020204" pitchFamily="66" charset="0"/>
              </a:rPr>
              <a:t> filter</a:t>
            </a:r>
          </a:p>
          <a:p>
            <a:r>
              <a:rPr dirty="0"/>
              <a:t>Explanation: Filters only DNS packets in Wireshark.</a:t>
            </a:r>
          </a:p>
        </p:txBody>
      </p:sp>
      <p:pic>
        <p:nvPicPr>
          <p:cNvPr id="4" name="Picture 3" descr="(12) search dns in wire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13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9846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>
                <a:latin typeface="Comic Sans MS" panose="030F0702030302020204" pitchFamily="66" charset="0"/>
              </a:rPr>
              <a:t>Start capture</a:t>
            </a:r>
          </a:p>
          <a:p>
            <a:r>
              <a:rPr dirty="0"/>
              <a:t>Explanation: Wireshark starts capturing DNS traffic.</a:t>
            </a:r>
          </a:p>
        </p:txBody>
      </p:sp>
      <p:pic>
        <p:nvPicPr>
          <p:cNvPr id="4" name="Picture 3" descr="(13) after searching dns in wire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53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14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07831" y="1025183"/>
            <a:ext cx="54247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>
                <a:latin typeface="Comic Sans MS" panose="030F0702030302020204" pitchFamily="66" charset="0"/>
              </a:rPr>
              <a:t>Generate DNS traffic</a:t>
            </a:r>
          </a:p>
          <a:p>
            <a:r>
              <a:rPr dirty="0"/>
              <a:t>Explanation: DNS queries are generated using </a:t>
            </a:r>
            <a:r>
              <a:rPr dirty="0" err="1"/>
              <a:t>nslookup</a:t>
            </a:r>
            <a:r>
              <a:rPr dirty="0"/>
              <a:t>.</a:t>
            </a:r>
          </a:p>
        </p:txBody>
      </p:sp>
      <p:pic>
        <p:nvPicPr>
          <p:cNvPr id="4" name="Picture 3" descr="(14) create dns traffic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31" y="1814111"/>
            <a:ext cx="6928338" cy="47699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69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15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35391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>
                <a:latin typeface="Comic Sans MS" panose="030F0702030302020204" pitchFamily="66" charset="0"/>
              </a:rPr>
              <a:t>Analyze DNS packets</a:t>
            </a:r>
          </a:p>
          <a:p>
            <a:r>
              <a:rPr dirty="0"/>
              <a:t>Explanation: DNS requests and responses are visible in Wireshark.</a:t>
            </a:r>
          </a:p>
        </p:txBody>
      </p:sp>
      <p:pic>
        <p:nvPicPr>
          <p:cNvPr id="4" name="Picture 3" descr="(15) wireshark after creating dns 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24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16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541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Check response time (</a:t>
            </a:r>
            <a:r>
              <a:rPr b="1" dirty="0">
                <a:latin typeface="Comic Sans MS" panose="030F0702030302020204" pitchFamily="66" charset="0"/>
              </a:rPr>
              <a:t>google.com</a:t>
            </a:r>
            <a:r>
              <a:rPr dirty="0"/>
              <a:t>)</a:t>
            </a:r>
          </a:p>
          <a:p>
            <a:r>
              <a:rPr dirty="0"/>
              <a:t>Explanation: DNS response is fast due to reachable DNS server.</a:t>
            </a:r>
          </a:p>
        </p:txBody>
      </p:sp>
      <p:pic>
        <p:nvPicPr>
          <p:cNvPr id="4" name="Picture 3" descr="(16) previous time captured goo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17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63429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Check </a:t>
            </a:r>
            <a:r>
              <a:rPr b="1" dirty="0">
                <a:latin typeface="Comic Sans MS" panose="030F0702030302020204" pitchFamily="66" charset="0"/>
              </a:rPr>
              <a:t>NXDOMAIN</a:t>
            </a:r>
          </a:p>
          <a:p>
            <a:r>
              <a:rPr dirty="0"/>
              <a:t>Explanation: Invalid domain returns NXDOMAIN response.</a:t>
            </a:r>
          </a:p>
        </p:txBody>
      </p:sp>
      <p:pic>
        <p:nvPicPr>
          <p:cNvPr id="4" name="Picture 3" descr="(17) previous time captured gooooglee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Step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7300" y="1097280"/>
            <a:ext cx="519283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 err="1">
                <a:latin typeface="Comic Sans MS" panose="030F0702030302020204" pitchFamily="66" charset="0"/>
              </a:rPr>
              <a:t>resolvectl</a:t>
            </a:r>
            <a:r>
              <a:rPr b="1" dirty="0">
                <a:latin typeface="Comic Sans MS" panose="030F0702030302020204" pitchFamily="66" charset="0"/>
              </a:rPr>
              <a:t> status</a:t>
            </a:r>
          </a:p>
          <a:p>
            <a:r>
              <a:rPr dirty="0"/>
              <a:t>Explanation: Shows current DNS server configuration.</a:t>
            </a:r>
          </a:p>
        </p:txBody>
      </p:sp>
      <p:pic>
        <p:nvPicPr>
          <p:cNvPr id="4" name="Picture 3" descr="(18) before dns brea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46" y="2011680"/>
            <a:ext cx="6506308" cy="47211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69"/>
            <a:ext cx="8229600" cy="1143000"/>
          </a:xfrm>
        </p:spPr>
        <p:txBody>
          <a:bodyPr/>
          <a:lstStyle/>
          <a:p>
            <a:r>
              <a:rPr dirty="0"/>
              <a:t>Step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492" y="974188"/>
            <a:ext cx="59897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>
                <a:latin typeface="Comic Sans MS" panose="030F0702030302020204" pitchFamily="66" charset="0"/>
              </a:rPr>
              <a:t>Set bad DNS</a:t>
            </a:r>
            <a:r>
              <a:rPr lang="en-IN" b="1" dirty="0">
                <a:latin typeface="Comic Sans MS" panose="030F0702030302020204" pitchFamily="66" charset="0"/>
              </a:rPr>
              <a:t> (10.255.255.1)</a:t>
            </a:r>
            <a:endParaRPr b="1" dirty="0">
              <a:latin typeface="Comic Sans MS" panose="030F0702030302020204" pitchFamily="66" charset="0"/>
            </a:endParaRPr>
          </a:p>
          <a:p>
            <a:r>
              <a:rPr dirty="0"/>
              <a:t>Explanation: System DNS is changed to an unreachable server.</a:t>
            </a:r>
          </a:p>
        </p:txBody>
      </p:sp>
      <p:pic>
        <p:nvPicPr>
          <p:cNvPr id="4" name="Picture 3" descr="(19) change dns to bad d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92" y="1888588"/>
            <a:ext cx="6673362" cy="48249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20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90246" y="930226"/>
            <a:ext cx="57048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Test DNS again</a:t>
            </a:r>
            <a:r>
              <a:rPr lang="en-IN" dirty="0"/>
              <a:t>. Command: </a:t>
            </a:r>
            <a:r>
              <a:rPr lang="en-IN" b="1" dirty="0" err="1">
                <a:latin typeface="Comic Sans MS" panose="030F0702030302020204" pitchFamily="66" charset="0"/>
              </a:rPr>
              <a:t>resolvectl</a:t>
            </a:r>
            <a:r>
              <a:rPr lang="en-IN" b="1" dirty="0">
                <a:latin typeface="Comic Sans MS" panose="030F0702030302020204" pitchFamily="66" charset="0"/>
              </a:rPr>
              <a:t> status</a:t>
            </a:r>
            <a:endParaRPr b="1" dirty="0">
              <a:latin typeface="Comic Sans MS" panose="030F0702030302020204" pitchFamily="66" charset="0"/>
            </a:endParaRPr>
          </a:p>
          <a:p>
            <a:r>
              <a:rPr dirty="0"/>
              <a:t>Explanation: DNS resolution becomes slow due to timeout.</a:t>
            </a:r>
          </a:p>
        </p:txBody>
      </p:sp>
      <p:pic>
        <p:nvPicPr>
          <p:cNvPr id="4" name="Picture 3" descr="(20) after getting bad d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69" y="1660840"/>
            <a:ext cx="7033846" cy="49987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21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2561" y="728003"/>
            <a:ext cx="894270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latin typeface="Comic Sans MS" panose="030F0702030302020204" pitchFamily="66" charset="0"/>
              </a:rPr>
              <a:t>Observe delay</a:t>
            </a:r>
          </a:p>
          <a:p>
            <a:r>
              <a:rPr dirty="0"/>
              <a:t>Explanation: Wireshark shows delayed DNS response.</a:t>
            </a:r>
            <a:endParaRPr lang="en-IN" dirty="0"/>
          </a:p>
          <a:p>
            <a:r>
              <a:rPr lang="en-IN" dirty="0"/>
              <a:t>In my ubuntu lab I noticed that the </a:t>
            </a:r>
            <a:r>
              <a:rPr lang="en-IN" dirty="0" err="1"/>
              <a:t>nslookup</a:t>
            </a:r>
            <a:r>
              <a:rPr lang="en-IN" dirty="0"/>
              <a:t> google.com took 2 seconds in terminal to show </a:t>
            </a:r>
          </a:p>
          <a:p>
            <a:r>
              <a:rPr lang="en-IN" dirty="0"/>
              <a:t>details and </a:t>
            </a:r>
            <a:r>
              <a:rPr lang="en-IN" dirty="0" err="1"/>
              <a:t>nslookup</a:t>
            </a:r>
            <a:r>
              <a:rPr lang="en-IN" dirty="0"/>
              <a:t> mygreatlearning.com took 4 to 5 seconds to show details in terminal.</a:t>
            </a:r>
            <a:endParaRPr dirty="0"/>
          </a:p>
        </p:txBody>
      </p:sp>
      <p:pic>
        <p:nvPicPr>
          <p:cNvPr id="4" name="Picture 3" descr="(21) took time to show the second ns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81" y="2082019"/>
            <a:ext cx="8414238" cy="46842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661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22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39018"/>
            <a:ext cx="870417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latin typeface="Comic Sans MS" panose="030F0702030302020204" pitchFamily="66" charset="0"/>
              </a:rPr>
              <a:t>DNS request failed</a:t>
            </a:r>
          </a:p>
          <a:p>
            <a:r>
              <a:rPr dirty="0"/>
              <a:t>Explanation: Initial DNS server does not respond.</a:t>
            </a:r>
            <a:endParaRPr lang="en-IN" dirty="0"/>
          </a:p>
          <a:p>
            <a:r>
              <a:rPr lang="en-IN" dirty="0"/>
              <a:t>First it tried with 10.255.255.1 and it waited for </a:t>
            </a:r>
            <a:r>
              <a:rPr lang="en-IN" dirty="0" err="1"/>
              <a:t>aprox</a:t>
            </a:r>
            <a:r>
              <a:rPr lang="en-IN" dirty="0"/>
              <a:t>. 5 seconds and then again tried with </a:t>
            </a:r>
          </a:p>
          <a:p>
            <a:r>
              <a:rPr lang="en-IN" dirty="0"/>
              <a:t>original DNS server i:e 192.168.1.1</a:t>
            </a:r>
            <a:endParaRPr dirty="0"/>
          </a:p>
        </p:txBody>
      </p:sp>
      <p:pic>
        <p:nvPicPr>
          <p:cNvPr id="4" name="Picture 3" descr="(22) dns failed t reach 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8435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23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2468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latin typeface="Comic Sans MS" panose="030F0702030302020204" pitchFamily="66" charset="0"/>
              </a:rPr>
              <a:t>Retry with original DNS</a:t>
            </a:r>
          </a:p>
          <a:p>
            <a:r>
              <a:rPr dirty="0"/>
              <a:t>Explanation: System retries using secondary DNS server</a:t>
            </a:r>
            <a:r>
              <a:rPr lang="en-IN" dirty="0"/>
              <a:t> i:e 192.168.1.1</a:t>
            </a:r>
            <a:endParaRPr dirty="0"/>
          </a:p>
        </p:txBody>
      </p:sp>
      <p:pic>
        <p:nvPicPr>
          <p:cNvPr id="4" name="Picture 3" descr="(23) retiried with my origional dns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24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61646" y="668009"/>
            <a:ext cx="618630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</a:t>
            </a:r>
            <a:r>
              <a:rPr lang="en-IN" dirty="0"/>
              <a:t> </a:t>
            </a:r>
            <a:r>
              <a:rPr lang="en-IN" b="1" dirty="0" err="1">
                <a:latin typeface="Comic Sans MS" panose="030F0702030302020204" pitchFamily="66" charset="0"/>
              </a:rPr>
              <a:t>sudo</a:t>
            </a:r>
            <a:r>
              <a:rPr lang="en-IN" b="1" dirty="0">
                <a:latin typeface="Comic Sans MS" panose="030F0702030302020204" pitchFamily="66" charset="0"/>
              </a:rPr>
              <a:t> </a:t>
            </a:r>
            <a:r>
              <a:rPr lang="en-IN" b="1" dirty="0" err="1">
                <a:latin typeface="Comic Sans MS" panose="030F0702030302020204" pitchFamily="66" charset="0"/>
              </a:rPr>
              <a:t>resolvectl</a:t>
            </a:r>
            <a:r>
              <a:rPr lang="en-IN" b="1" dirty="0">
                <a:latin typeface="Comic Sans MS" panose="030F0702030302020204" pitchFamily="66" charset="0"/>
              </a:rPr>
              <a:t> </a:t>
            </a:r>
            <a:r>
              <a:rPr lang="en-IN" b="1" dirty="0" err="1">
                <a:latin typeface="Comic Sans MS" panose="030F0702030302020204" pitchFamily="66" charset="0"/>
              </a:rPr>
              <a:t>dns</a:t>
            </a:r>
            <a:r>
              <a:rPr lang="en-IN" b="1" dirty="0">
                <a:latin typeface="Comic Sans MS" panose="030F0702030302020204" pitchFamily="66" charset="0"/>
              </a:rPr>
              <a:t> enp0s3 8.8.8.8 1.1.1.1</a:t>
            </a:r>
            <a:endParaRPr b="1" dirty="0">
              <a:latin typeface="Comic Sans MS" panose="030F0702030302020204" pitchFamily="66" charset="0"/>
            </a:endParaRPr>
          </a:p>
          <a:p>
            <a:r>
              <a:rPr dirty="0"/>
              <a:t>Explanation: DNS is changed to public servers (8.8.8.8, 1.1.1.1).</a:t>
            </a:r>
            <a:endParaRPr lang="en-IN" dirty="0"/>
          </a:p>
          <a:p>
            <a:r>
              <a:rPr lang="en-IN" dirty="0"/>
              <a:t>Google = 8.8.8.8 and </a:t>
            </a:r>
            <a:r>
              <a:rPr lang="en-IN" dirty="0" err="1"/>
              <a:t>cloudfare</a:t>
            </a:r>
            <a:r>
              <a:rPr lang="en-IN" dirty="0"/>
              <a:t> = 1.1.1.1</a:t>
            </a:r>
          </a:p>
          <a:p>
            <a:endParaRPr dirty="0"/>
          </a:p>
        </p:txBody>
      </p:sp>
      <p:pic>
        <p:nvPicPr>
          <p:cNvPr id="4" name="Picture 3" descr="(24)fixing dns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00" y="1705639"/>
            <a:ext cx="7223800" cy="49941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53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25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362808" y="887682"/>
            <a:ext cx="508369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Command: </a:t>
            </a:r>
            <a:r>
              <a:rPr b="1" dirty="0">
                <a:latin typeface="Comic Sans MS" panose="030F0702030302020204" pitchFamily="66" charset="0"/>
              </a:rPr>
              <a:t>Restart </a:t>
            </a:r>
            <a:r>
              <a:rPr b="1" dirty="0" err="1">
                <a:latin typeface="Comic Sans MS" panose="030F0702030302020204" pitchFamily="66" charset="0"/>
              </a:rPr>
              <a:t>systemd</a:t>
            </a:r>
            <a:r>
              <a:rPr b="1" dirty="0">
                <a:latin typeface="Comic Sans MS" panose="030F0702030302020204" pitchFamily="66" charset="0"/>
              </a:rPr>
              <a:t>-resolved</a:t>
            </a:r>
          </a:p>
          <a:p>
            <a:r>
              <a:rPr dirty="0"/>
              <a:t>Explanation: Applies the DNS configuration changes.</a:t>
            </a:r>
          </a:p>
        </p:txBody>
      </p:sp>
      <p:pic>
        <p:nvPicPr>
          <p:cNvPr id="4" name="Picture 3" descr="(25) check fix in 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146" y="1892035"/>
            <a:ext cx="6550269" cy="47780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26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7059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latin typeface="Comic Sans MS" panose="030F0702030302020204" pitchFamily="66" charset="0"/>
              </a:rPr>
              <a:t>Test DNS after fix</a:t>
            </a:r>
          </a:p>
          <a:p>
            <a:r>
              <a:rPr dirty="0"/>
              <a:t>Explanation: DNS resolution becomes fast again.</a:t>
            </a:r>
          </a:p>
        </p:txBody>
      </p:sp>
      <p:pic>
        <p:nvPicPr>
          <p:cNvPr id="4" name="Picture 3" descr="(26) faster dns like 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661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Step 27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84788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latin typeface="Comic Sans MS" panose="030F0702030302020204" pitchFamily="66" charset="0"/>
              </a:rPr>
              <a:t>Verify timing</a:t>
            </a:r>
          </a:p>
          <a:p>
            <a:r>
              <a:rPr dirty="0"/>
              <a:t>Explanation: Wireshark confirms normal DNS response time.</a:t>
            </a:r>
          </a:p>
        </p:txBody>
      </p:sp>
      <p:pic>
        <p:nvPicPr>
          <p:cNvPr id="4" name="Picture 3" descr="(27) after fixing checking previous time captured for goo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772400" cy="39793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567</Words>
  <Application>Microsoft Office PowerPoint</Application>
  <PresentationFormat>On-screen Show (4:3)</PresentationFormat>
  <Paragraphs>90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Comic Sans MS</vt:lpstr>
      <vt:lpstr>Office Theme</vt:lpstr>
      <vt:lpstr>DNS Analysis &amp; Troubleshooting Using Wireshark</vt:lpstr>
      <vt:lpstr>Step 1 </vt:lpstr>
      <vt:lpstr>Step 2 </vt:lpstr>
      <vt:lpstr>Step 3 </vt:lpstr>
      <vt:lpstr>Step 4 </vt:lpstr>
      <vt:lpstr>Step 5 </vt:lpstr>
      <vt:lpstr>Step 6 </vt:lpstr>
      <vt:lpstr>Step 7 </vt:lpstr>
      <vt:lpstr>Step 8 </vt:lpstr>
      <vt:lpstr>Step 9 </vt:lpstr>
      <vt:lpstr>Step 10 </vt:lpstr>
      <vt:lpstr>Step 11 </vt:lpstr>
      <vt:lpstr>Step 12 </vt:lpstr>
      <vt:lpstr>Step 13 </vt:lpstr>
      <vt:lpstr>Step 14 </vt:lpstr>
      <vt:lpstr>Step 15 </vt:lpstr>
      <vt:lpstr>Step 16 </vt:lpstr>
      <vt:lpstr>Step 17 </vt:lpstr>
      <vt:lpstr>Step 18</vt:lpstr>
      <vt:lpstr>Step 19</vt:lpstr>
      <vt:lpstr>Step 20 </vt:lpstr>
      <vt:lpstr>Step 21 </vt:lpstr>
      <vt:lpstr>Step 22 </vt:lpstr>
      <vt:lpstr>Step 23 </vt:lpstr>
      <vt:lpstr>Step 24 </vt:lpstr>
      <vt:lpstr>Step 25 </vt:lpstr>
      <vt:lpstr>Step 26 </vt:lpstr>
      <vt:lpstr>Step 27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SUJAL VERMA</dc:creator>
  <cp:keywords/>
  <dc:description>generated using python-pptx</dc:description>
  <cp:lastModifiedBy>SUJAL VERMA</cp:lastModifiedBy>
  <cp:revision>1</cp:revision>
  <dcterms:created xsi:type="dcterms:W3CDTF">2013-01-27T09:14:16Z</dcterms:created>
  <dcterms:modified xsi:type="dcterms:W3CDTF">2026-01-24T06:04:51Z</dcterms:modified>
  <cp:category/>
</cp:coreProperties>
</file>